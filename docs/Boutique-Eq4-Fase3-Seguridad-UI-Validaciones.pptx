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7cabece98f4aa1" /><Relationship Type="http://schemas.openxmlformats.org/officeDocument/2006/relationships/extended-properties" Target="/docProps/app.xml" Id="R04156843b3554425" /><Relationship Type="http://schemas.openxmlformats.org/officeDocument/2006/relationships/officeDocument" Target="/ppt/presentation.xml" Id="R665d10092b7443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72c018b04646ab"/>
  </p:sldMasterIdLst>
  <p:notesMasterIdLst>
    <p:notesMasterId xmlns:r="http://schemas.openxmlformats.org/officeDocument/2006/relationships" r:id="Re7f7fd097aee4e46"/>
  </p:notesMasterIdLst>
  <p:sldIdLst>
    <p:sldId xmlns:r="http://schemas.openxmlformats.org/officeDocument/2006/relationships" id="256" r:id="Rf0b617c1edfb4041"/>
    <p:sldId xmlns:r="http://schemas.openxmlformats.org/officeDocument/2006/relationships" id="257" r:id="R29dd8bc3b7eb464d"/>
    <p:sldId xmlns:r="http://schemas.openxmlformats.org/officeDocument/2006/relationships" id="258" r:id="Rff46ed49a4b74189"/>
    <p:sldId xmlns:r="http://schemas.openxmlformats.org/officeDocument/2006/relationships" id="259" r:id="R4e52d3220094470f"/>
    <p:sldId xmlns:r="http://schemas.openxmlformats.org/officeDocument/2006/relationships" id="260" r:id="R8e67e0420a664dec"/>
    <p:sldId xmlns:r="http://schemas.openxmlformats.org/officeDocument/2006/relationships" id="261" r:id="Rbb510ef8db3b41de"/>
    <p:sldId xmlns:r="http://schemas.openxmlformats.org/officeDocument/2006/relationships" id="262" r:id="R076c7773222042c2"/>
    <p:sldId xmlns:r="http://schemas.openxmlformats.org/officeDocument/2006/relationships" id="263" r:id="R992d89ee52394a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d344f2f7144131" /><Relationship Type="http://schemas.openxmlformats.org/officeDocument/2006/relationships/slideMaster" Target="/ppt/slideMasters/slideMaster1.xml" Id="R8872c018b04646ab" /><Relationship Type="http://schemas.openxmlformats.org/officeDocument/2006/relationships/notesMaster" Target="/ppt/notesMasters/notesMaster1.xml" Id="Re7f7fd097aee4e46" /><Relationship Type="http://schemas.openxmlformats.org/officeDocument/2006/relationships/presProps" Target="/ppt/presProps.xml" Id="Raf95af08d84b4d5d" /><Relationship Type="http://schemas.openxmlformats.org/officeDocument/2006/relationships/tableStyles" Target="/ppt/tableStyles.xml" Id="R1f0b36d905454035" /><Relationship Type="http://schemas.openxmlformats.org/officeDocument/2006/relationships/slide" Target="/ppt/slides/slide1.xml" Id="Rf0b617c1edfb4041" /><Relationship Type="http://schemas.openxmlformats.org/officeDocument/2006/relationships/slide" Target="/ppt/slides/slide2.xml" Id="R29dd8bc3b7eb464d" /><Relationship Type="http://schemas.openxmlformats.org/officeDocument/2006/relationships/slide" Target="/ppt/slides/slide3.xml" Id="Rff46ed49a4b74189" /><Relationship Type="http://schemas.openxmlformats.org/officeDocument/2006/relationships/slide" Target="/ppt/slides/slide4.xml" Id="R4e52d3220094470f" /><Relationship Type="http://schemas.openxmlformats.org/officeDocument/2006/relationships/slide" Target="/ppt/slides/slide5.xml" Id="R8e67e0420a664dec" /><Relationship Type="http://schemas.openxmlformats.org/officeDocument/2006/relationships/slide" Target="/ppt/slides/slide6.xml" Id="Rbb510ef8db3b41de" /><Relationship Type="http://schemas.openxmlformats.org/officeDocument/2006/relationships/slide" Target="/ppt/slides/slide7.xml" Id="R076c7773222042c2" /><Relationship Type="http://schemas.openxmlformats.org/officeDocument/2006/relationships/slide" Target="/ppt/slides/slide8.xml" Id="R992d89ee52394a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117818537b4f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96952b7c944b2f" /><Relationship Type="http://schemas.openxmlformats.org/officeDocument/2006/relationships/notesMaster" Target="/ppt/notesMasters/notesMaster1.xml" Id="R66c28e6c468148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6bd492e4754da1" /><Relationship Type="http://schemas.openxmlformats.org/officeDocument/2006/relationships/notesMaster" Target="/ppt/notesMasters/notesMaster1.xml" Id="Rff46cd79afa94d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3cd8f4d533440e" /><Relationship Type="http://schemas.openxmlformats.org/officeDocument/2006/relationships/notesMaster" Target="/ppt/notesMasters/notesMaster1.xml" Id="R3be21f97e6304a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20c48be1bf4920" /><Relationship Type="http://schemas.openxmlformats.org/officeDocument/2006/relationships/notesMaster" Target="/ppt/notesMasters/notesMaster1.xml" Id="R9a7d8ea748444d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6194e040244881" /><Relationship Type="http://schemas.openxmlformats.org/officeDocument/2006/relationships/notesMaster" Target="/ppt/notesMasters/notesMaster1.xml" Id="Rb1c1616b2b7341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d1b3fd3f8e4580" /><Relationship Type="http://schemas.openxmlformats.org/officeDocument/2006/relationships/notesMaster" Target="/ppt/notesMasters/notesMaster1.xml" Id="R00618f78054e4b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ac4fbd1f62486b" /><Relationship Type="http://schemas.openxmlformats.org/officeDocument/2006/relationships/notesMaster" Target="/ppt/notesMasters/notesMaster1.xml" Id="R2578a6a773af44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b7cf6002db46e1" /><Relationship Type="http://schemas.openxmlformats.org/officeDocument/2006/relationships/notesMaster" Target="/ppt/notesMasters/notesMaster1.xml" Id="R98df2afed25744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README.md; docs/vault-evidence.md; imágenes de la rúbrica y cronograma proporcionadas por el usuario.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terraform/aws/README.md; terraform/aws/vault/README.md; ansible/README.md; docs/vault-lab.md; docs/aws-automatic-deployment.md.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docs/aws-automatic-deployment.md; docs/vault-lab.md; docs/vault-evidence.md; ansible/README.md. Implementación versionada y pruebas locales.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docs/aws-automatic-deployment.md; docs/vault-lab.md; docs/vault-evidence.md. Diagrama simplificado de los pasos documentados.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.github/workflows/ci-docker-ecr.yaml; .github/workflows/cd-helm-eks.yaml; docs/aws-automatic-deployment.md. El estado de activación AWS se documenta en docs/recovery-2026-10-20.md.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docs/admin-operations.md; docs/vault-evidence.md; src/frontend/templates/admin/layout.html; src/frontend/templates/admin/ansible.html; src/frontend/templates/admin/vault.html.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archivos listados en la propia diapositiva; README.md raíz.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docs/vault-evidence.md; docs/integration-verification-2026-10-13.md; docs/demo-verification-2026-10-14.md; docs/recovery-2026-10-20.md.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249077e53848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5118a2967947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f990c2883499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d5a8c38ea44c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2b22d939f417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48a1f0211f48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9E4AB2-427C-4BFD-A9D7-B7686530E3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9744341-E489-49E4-9CFD-87449A42353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5DB98D7-1F88-41B2-B92A-124C73C103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AC0F13-617F-42FE-99FC-550AC2B237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06E6CCE-8403-422A-B8E3-8E735DE1F5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A6D5EE-27CA-4DB5-861A-1E733B50A0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5E0894-FD40-4442-98A8-A77AAF4EF4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3A11F8-7007-4127-8AA9-B99708C561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2CFF5B-A097-4115-A579-4E46EE8ABD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A472C3-81D7-4851-95EC-8636B5D71E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01c6be2dd4bcc" /><Relationship Type="http://schemas.openxmlformats.org/officeDocument/2006/relationships/slideLayout" Target="/ppt/slideLayouts/slideLayout1.xml" Id="R04a9cefead5e4c2a" /><Relationship Type="http://schemas.openxmlformats.org/officeDocument/2006/relationships/slideLayout" Target="/ppt/slideLayouts/slideLayout2.xml" Id="R5c319a9274684b56" /><Relationship Type="http://schemas.openxmlformats.org/officeDocument/2006/relationships/slideLayout" Target="/ppt/slideLayouts/slideLayout3.xml" Id="R0fd20d75eb9a4cbe" /><Relationship Type="http://schemas.openxmlformats.org/officeDocument/2006/relationships/slideLayout" Target="/ppt/slideLayouts/slideLayout4.xml" Id="Rb3d33323b95741c1" /><Relationship Type="http://schemas.openxmlformats.org/officeDocument/2006/relationships/slideLayout" Target="/ppt/slideLayouts/slideLayout5.xml" Id="Rdcacc94e27464e53" /><Relationship Type="http://schemas.openxmlformats.org/officeDocument/2006/relationships/slideLayout" Target="/ppt/slideLayouts/slideLayout6.xml" Id="Rbac223588c5a4f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a9cefead5e4c2a"/>
    <p:sldLayoutId xmlns:r="http://schemas.openxmlformats.org/officeDocument/2006/relationships" id="2147483650" r:id="R5c319a9274684b56"/>
    <p:sldLayoutId xmlns:r="http://schemas.openxmlformats.org/officeDocument/2006/relationships" id="2147483651" r:id="R0fd20d75eb9a4cbe"/>
    <p:sldLayoutId xmlns:r="http://schemas.openxmlformats.org/officeDocument/2006/relationships" id="2147483652" r:id="Rb3d33323b95741c1"/>
    <p:sldLayoutId xmlns:r="http://schemas.openxmlformats.org/officeDocument/2006/relationships" id="2147483653" r:id="Rdcacc94e27464e53"/>
    <p:sldLayoutId xmlns:r="http://schemas.openxmlformats.org/officeDocument/2006/relationships" id="2147483654" r:id="Rbac223588c5a4f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e30d45b4804140" /><Relationship Type="http://schemas.openxmlformats.org/officeDocument/2006/relationships/notesSlide" Target="/ppt/notesSlides/notesSlide1.xml" Id="Rd284b0930fc840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2356239a7745c7" /><Relationship Type="http://schemas.openxmlformats.org/officeDocument/2006/relationships/notesSlide" Target="/ppt/notesSlides/notesSlide2.xml" Id="Ref37b6930f1246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37674f325340a5" /><Relationship Type="http://schemas.openxmlformats.org/officeDocument/2006/relationships/notesSlide" Target="/ppt/notesSlides/notesSlide3.xml" Id="R5c7e77cd686542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91c56ff2624172" /><Relationship Type="http://schemas.openxmlformats.org/officeDocument/2006/relationships/notesSlide" Target="/ppt/notesSlides/notesSlide4.xml" Id="R60274145e08e48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78cf78c7de4cec" /><Relationship Type="http://schemas.openxmlformats.org/officeDocument/2006/relationships/notesSlide" Target="/ppt/notesSlides/notesSlide5.xml" Id="Rabc925c85ac441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ae669ef0144e36" /><Relationship Type="http://schemas.openxmlformats.org/officeDocument/2006/relationships/notesSlide" Target="/ppt/notesSlides/notesSlide6.xml" Id="Re5c75ec5092d4b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789ceeba294736" /><Relationship Type="http://schemas.openxmlformats.org/officeDocument/2006/relationships/notesSlide" Target="/ppt/notesSlides/notesSlide7.xml" Id="Re0e6a477d3344c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0af92e0a184c2a" /><Relationship Type="http://schemas.openxmlformats.org/officeDocument/2006/relationships/notesSlide" Target="/ppt/notesSlides/notesSlide8.xml" Id="R5e8d55b23eff44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4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C062D-0821-4F1B-9062-6BD11C98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4650" b="1">
                <a:solidFill>
                  <a:srgbClr val="FFFFFF"/>
                </a:solidFill>
              </a:defRPr>
            </a:defPPr>
            <a:lvl1pPr algn="l">
              <a:buNone/>
              <a:defRPr sz="4650" b="1">
                <a:solidFill>
                  <a:srgbClr val="FFFFFF"/>
                </a:solidFill>
              </a:defRPr>
            </a:lvl1pPr>
            <a:lvl2pPr algn="l">
              <a:buNone/>
              <a:defRPr sz="4650" b="1">
                <a:solidFill>
                  <a:srgbClr val="FFFFFF"/>
                </a:solidFill>
              </a:defRPr>
            </a:lvl2pPr>
            <a:lvl3pPr algn="l">
              <a:buNone/>
              <a:defRPr sz="4650" b="1">
                <a:solidFill>
                  <a:srgbClr val="FFFFFF"/>
                </a:solidFill>
              </a:defRPr>
            </a:lvl3pPr>
            <a:lvl4pPr algn="l">
              <a:buNone/>
              <a:defRPr sz="4650" b="1">
                <a:solidFill>
                  <a:srgbClr val="FFFFFF"/>
                </a:solidFill>
              </a:defRPr>
            </a:lvl4pPr>
            <a:lvl5pPr algn="l">
              <a:buNone/>
              <a:defRPr sz="4650" b="1">
                <a:solidFill>
                  <a:srgbClr val="FFFFFF"/>
                </a:solidFill>
              </a:defRPr>
            </a:lvl5pPr>
            <a:lvl6pPr algn="l">
              <a:buNone/>
              <a:defRPr sz="4650" b="1">
                <a:solidFill>
                  <a:srgbClr val="FFFFFF"/>
                </a:solidFill>
              </a:defRPr>
            </a:lvl6pPr>
            <a:lvl7pPr algn="l">
              <a:buNone/>
              <a:defRPr sz="4650" b="1">
                <a:solidFill>
                  <a:srgbClr val="FFFFFF"/>
                </a:solidFill>
              </a:defRPr>
            </a:lvl7pPr>
            <a:lvl8pPr algn="l">
              <a:buNone/>
              <a:defRPr sz="4650" b="1">
                <a:solidFill>
                  <a:srgbClr val="FFFFFF"/>
                </a:solidFill>
              </a:defRPr>
            </a:lvl8pPr>
            <a:lvl9pPr algn="l">
              <a:buNone/>
              <a:defRPr sz="46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Fase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9BB58A-B288-4E77-BD98-76DFFE8C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904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0">
                <a:solidFill>
                  <a:srgbClr val="FFFFFF"/>
                </a:solidFill>
              </a:defRPr>
            </a:defPPr>
            <a:lvl1pPr algn="l">
              <a:buNone/>
              <a:defRPr sz="1650" b="0">
                <a:solidFill>
                  <a:srgbClr val="FFFFFF"/>
                </a:solidFill>
              </a:defRPr>
            </a:lvl1pPr>
            <a:lvl2pPr algn="l">
              <a:buNone/>
              <a:defRPr sz="1650" b="0">
                <a:solidFill>
                  <a:srgbClr val="FFFFFF"/>
                </a:solidFill>
              </a:defRPr>
            </a:lvl2pPr>
            <a:lvl3pPr algn="l">
              <a:buNone/>
              <a:defRPr sz="1650" b="0">
                <a:solidFill>
                  <a:srgbClr val="FFFFFF"/>
                </a:solidFill>
              </a:defRPr>
            </a:lvl3pPr>
            <a:lvl4pPr algn="l">
              <a:buNone/>
              <a:defRPr sz="1650" b="0">
                <a:solidFill>
                  <a:srgbClr val="FFFFFF"/>
                </a:solidFill>
              </a:defRPr>
            </a:lvl4pPr>
            <a:lvl5pPr algn="l">
              <a:buNone/>
              <a:defRPr sz="1650" b="0">
                <a:solidFill>
                  <a:srgbClr val="FFFFFF"/>
                </a:solidFill>
              </a:defRPr>
            </a:lvl5pPr>
            <a:lvl6pPr algn="l">
              <a:buNone/>
              <a:defRPr sz="1650" b="0">
                <a:solidFill>
                  <a:srgbClr val="FFFFFF"/>
                </a:solidFill>
              </a:defRPr>
            </a:lvl6pPr>
            <a:lvl7pPr algn="l">
              <a:buNone/>
              <a:defRPr sz="1650" b="0">
                <a:solidFill>
                  <a:srgbClr val="FFFFFF"/>
                </a:solidFill>
              </a:defRPr>
            </a:lvl7pPr>
            <a:lvl8pPr algn="l">
              <a:buNone/>
              <a:defRPr sz="1650" b="0">
                <a:solidFill>
                  <a:srgbClr val="FFFFFF"/>
                </a:solidFill>
              </a:defRPr>
            </a:lvl8pPr>
            <a:lvl9pPr algn="l">
              <a:buNone/>
              <a:defRPr sz="16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Implementación y validaciones documentadas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1196B-4755-4E9F-940C-C29CF8D8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530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425" b="0">
                <a:solidFill>
                  <a:srgbClr val="B9D3DE"/>
                </a:solidFill>
              </a:defRPr>
            </a:defPPr>
            <a:lvl1pPr algn="l">
              <a:buNone/>
              <a:defRPr sz="1425" b="0">
                <a:solidFill>
                  <a:srgbClr val="B9D3DE"/>
                </a:solidFill>
              </a:defRPr>
            </a:lvl1pPr>
            <a:lvl2pPr algn="l">
              <a:buNone/>
              <a:defRPr sz="1425" b="0">
                <a:solidFill>
                  <a:srgbClr val="B9D3DE"/>
                </a:solidFill>
              </a:defRPr>
            </a:lvl2pPr>
            <a:lvl3pPr algn="l">
              <a:buNone/>
              <a:defRPr sz="1425" b="0">
                <a:solidFill>
                  <a:srgbClr val="B9D3DE"/>
                </a:solidFill>
              </a:defRPr>
            </a:lvl3pPr>
            <a:lvl4pPr algn="l">
              <a:buNone/>
              <a:defRPr sz="1425" b="0">
                <a:solidFill>
                  <a:srgbClr val="B9D3DE"/>
                </a:solidFill>
              </a:defRPr>
            </a:lvl4pPr>
            <a:lvl5pPr algn="l">
              <a:buNone/>
              <a:defRPr sz="1425" b="0">
                <a:solidFill>
                  <a:srgbClr val="B9D3DE"/>
                </a:solidFill>
              </a:defRPr>
            </a:lvl5pPr>
            <a:lvl6pPr algn="l">
              <a:buNone/>
              <a:defRPr sz="1425" b="0">
                <a:solidFill>
                  <a:srgbClr val="B9D3DE"/>
                </a:solidFill>
              </a:defRPr>
            </a:lvl6pPr>
            <a:lvl7pPr algn="l">
              <a:buNone/>
              <a:defRPr sz="1425" b="0">
                <a:solidFill>
                  <a:srgbClr val="B9D3DE"/>
                </a:solidFill>
              </a:defRPr>
            </a:lvl7pPr>
            <a:lvl8pPr algn="l">
              <a:buNone/>
              <a:defRPr sz="1425" b="0">
                <a:solidFill>
                  <a:srgbClr val="B9D3DE"/>
                </a:solidFill>
              </a:defRPr>
            </a:lvl8pPr>
            <a:lvl9pPr algn="l">
              <a:buNone/>
              <a:defRPr sz="1425" b="0">
                <a:solidFill>
                  <a:srgbClr val="B9D3DE"/>
                </a:solidFill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B9D3DE"/>
                </a:solidFill>
              </a:defRPr>
            </a:pPr>
            <a:r>
              <a:rPr sz="1425" b="0">
                <a:solidFill>
                  <a:srgbClr val="B9D3DE"/>
                </a:solidFill>
                <a:latin typeface="Arial"/>
                <a:ea typeface="Arial"/>
                <a:cs typeface="Arial"/>
              </a:rPr>
              <a:t>Norberto Suaste y David Gzz</a:t>
            </a:r>
          </a:p>
        </p:txBody>
      </p:sp>
    </p:spTree>
    <p:extLst>
      <p:ext uri="{BB962C8B-B14F-4D97-AF65-F5344CB8AC3E}">
        <p14:creationId xmlns:p14="http://schemas.microsoft.com/office/powerpoint/2010/main" val="15468106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5485A-C675-4D66-9C9D-E9B62805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850" b="1">
                <a:solidFill>
                  <a:srgbClr val="10243A"/>
                </a:solidFill>
              </a:defRPr>
            </a:defPPr>
            <a:lvl1pPr algn="l">
              <a:buNone/>
              <a:defRPr sz="2850" b="1">
                <a:solidFill>
                  <a:srgbClr val="10243A"/>
                </a:solidFill>
              </a:defRPr>
            </a:lvl1pPr>
            <a:lvl2pPr algn="l">
              <a:buNone/>
              <a:defRPr sz="2850" b="1">
                <a:solidFill>
                  <a:srgbClr val="10243A"/>
                </a:solidFill>
              </a:defRPr>
            </a:lvl2pPr>
            <a:lvl3pPr algn="l">
              <a:buNone/>
              <a:defRPr sz="2850" b="1">
                <a:solidFill>
                  <a:srgbClr val="10243A"/>
                </a:solidFill>
              </a:defRPr>
            </a:lvl3pPr>
            <a:lvl4pPr algn="l">
              <a:buNone/>
              <a:defRPr sz="2850" b="1">
                <a:solidFill>
                  <a:srgbClr val="10243A"/>
                </a:solidFill>
              </a:defRPr>
            </a:lvl4pPr>
            <a:lvl5pPr algn="l">
              <a:buNone/>
              <a:defRPr sz="2850" b="1">
                <a:solidFill>
                  <a:srgbClr val="10243A"/>
                </a:solidFill>
              </a:defRPr>
            </a:lvl5pPr>
            <a:lvl6pPr algn="l">
              <a:buNone/>
              <a:defRPr sz="2850" b="1">
                <a:solidFill>
                  <a:srgbClr val="10243A"/>
                </a:solidFill>
              </a:defRPr>
            </a:lvl6pPr>
            <a:lvl7pPr algn="l">
              <a:buNone/>
              <a:defRPr sz="2850" b="1">
                <a:solidFill>
                  <a:srgbClr val="10243A"/>
                </a:solidFill>
              </a:defRPr>
            </a:lvl7pPr>
            <a:lvl8pPr algn="l">
              <a:buNone/>
              <a:defRPr sz="2850" b="1">
                <a:solidFill>
                  <a:srgbClr val="10243A"/>
                </a:solidFill>
              </a:defRPr>
            </a:lvl8pPr>
            <a:lvl9pPr algn="l">
              <a:buNone/>
              <a:defRPr sz="28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0243A"/>
                </a:solidFill>
              </a:defRPr>
            </a:pPr>
            <a:r>
              <a:rPr sz="28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Arquitectura de la Fase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E096B3-B9F5-400D-957F-9CB789FD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5F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E06CB8-A60E-4B17-A569-628AA203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275" b="0">
                <a:solidFill>
                  <a:srgbClr val="4A6071"/>
                </a:solidFill>
              </a:defRPr>
            </a:defPPr>
            <a:lvl1pPr algn="r">
              <a:buNone/>
              <a:defRPr sz="1275" b="0">
                <a:solidFill>
                  <a:srgbClr val="4A6071"/>
                </a:solidFill>
              </a:defRPr>
            </a:lvl1pPr>
            <a:lvl2pPr algn="r">
              <a:buNone/>
              <a:defRPr sz="1275" b="0">
                <a:solidFill>
                  <a:srgbClr val="4A6071"/>
                </a:solidFill>
              </a:defRPr>
            </a:lvl2pPr>
            <a:lvl3pPr algn="r">
              <a:buNone/>
              <a:defRPr sz="1275" b="0">
                <a:solidFill>
                  <a:srgbClr val="4A6071"/>
                </a:solidFill>
              </a:defRPr>
            </a:lvl3pPr>
            <a:lvl4pPr algn="r">
              <a:buNone/>
              <a:defRPr sz="1275" b="0">
                <a:solidFill>
                  <a:srgbClr val="4A6071"/>
                </a:solidFill>
              </a:defRPr>
            </a:lvl4pPr>
            <a:lvl5pPr algn="r">
              <a:buNone/>
              <a:defRPr sz="1275" b="0">
                <a:solidFill>
                  <a:srgbClr val="4A6071"/>
                </a:solidFill>
              </a:defRPr>
            </a:lvl5pPr>
            <a:lvl6pPr algn="r">
              <a:buNone/>
              <a:defRPr sz="1275" b="0">
                <a:solidFill>
                  <a:srgbClr val="4A6071"/>
                </a:solidFill>
              </a:defRPr>
            </a:lvl6pPr>
            <a:lvl7pPr algn="r">
              <a:buNone/>
              <a:defRPr sz="1275" b="0">
                <a:solidFill>
                  <a:srgbClr val="4A6071"/>
                </a:solidFill>
              </a:defRPr>
            </a:lvl7pPr>
            <a:lvl8pPr algn="r">
              <a:buNone/>
              <a:defRPr sz="1275" b="0">
                <a:solidFill>
                  <a:srgbClr val="4A6071"/>
                </a:solidFill>
              </a:defRPr>
            </a:lvl8pPr>
            <a:lvl9pPr algn="r">
              <a:buNone/>
              <a:defRPr sz="127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4A6071"/>
                </a:solidFill>
              </a:defRPr>
            </a:pPr>
            <a:r>
              <a:rPr sz="127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EFE41-6B3D-4251-9A9B-C6929098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42887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GitHub Actions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CI/CD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BB990-38D8-4CCB-96E6-1D6FAACA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71750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Vault KV v2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EC2 independiente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73F17-0836-4565-9174-8EF79B01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571750"/>
            <a:ext cx="242887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EKS + Helm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Aplicación privada</a:t>
            </a:r>
          </a:p>
        </p:txBody>
      </p: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1E331-186E-4B3C-B5E7-4381CCEEFFBA}"/>
              </a:ext>
            </a:extLst>
          </p:cNvPr>
          <p:cNvCxnSpPr/>
          <p:nvPr/>
        </p:nvCxnSpPr>
        <p:spPr>
          <a:xfrm xmlns:a="http://schemas.openxmlformats.org/drawingml/2006/main">
            <a:off x="3286125" y="3048000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CF33E-CCC4-4A86-8758-0DBBB2D2A7D6}"/>
              </a:ext>
            </a:extLst>
          </p:cNvPr>
          <p:cNvCxnSpPr/>
          <p:nvPr/>
        </p:nvCxnSpPr>
        <p:spPr>
          <a:xfrm xmlns:a="http://schemas.openxmlformats.org/drawingml/2006/main">
            <a:off x="7381875" y="3048000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35E78C-6D20-4E26-94A7-E28BACD6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431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275" b="1">
                <a:solidFill>
                  <a:srgbClr val="4A6071"/>
                </a:solidFill>
              </a:defRPr>
            </a:defPPr>
            <a:lvl1pPr algn="ctr">
              <a:buNone/>
              <a:defRPr sz="1275" b="1">
                <a:solidFill>
                  <a:srgbClr val="4A6071"/>
                </a:solidFill>
              </a:defRPr>
            </a:lvl1pPr>
            <a:lvl2pPr algn="ctr">
              <a:buNone/>
              <a:defRPr sz="1275" b="1">
                <a:solidFill>
                  <a:srgbClr val="4A6071"/>
                </a:solidFill>
              </a:defRPr>
            </a:lvl2pPr>
            <a:lvl3pPr algn="ctr">
              <a:buNone/>
              <a:defRPr sz="1275" b="1">
                <a:solidFill>
                  <a:srgbClr val="4A6071"/>
                </a:solidFill>
              </a:defRPr>
            </a:lvl3pPr>
            <a:lvl4pPr algn="ctr">
              <a:buNone/>
              <a:defRPr sz="1275" b="1">
                <a:solidFill>
                  <a:srgbClr val="4A6071"/>
                </a:solidFill>
              </a:defRPr>
            </a:lvl4pPr>
            <a:lvl5pPr algn="ctr">
              <a:buNone/>
              <a:defRPr sz="1275" b="1">
                <a:solidFill>
                  <a:srgbClr val="4A6071"/>
                </a:solidFill>
              </a:defRPr>
            </a:lvl5pPr>
            <a:lvl6pPr algn="ctr">
              <a:buNone/>
              <a:defRPr sz="1275" b="1">
                <a:solidFill>
                  <a:srgbClr val="4A6071"/>
                </a:solidFill>
              </a:defRPr>
            </a:lvl6pPr>
            <a:lvl7pPr algn="ctr">
              <a:buNone/>
              <a:defRPr sz="1275" b="1">
                <a:solidFill>
                  <a:srgbClr val="4A6071"/>
                </a:solidFill>
              </a:defRPr>
            </a:lvl7pPr>
            <a:lvl8pPr algn="ctr">
              <a:buNone/>
              <a:defRPr sz="1275" b="1">
                <a:solidFill>
                  <a:srgbClr val="4A6071"/>
                </a:solidFill>
              </a:defRPr>
            </a:lvl8pPr>
            <a:lvl9pPr algn="ctr">
              <a:buNone/>
              <a:defRPr sz="1275" b="1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4A6071"/>
                </a:solidFill>
              </a:defRPr>
            </a:pPr>
            <a:r>
              <a:rPr sz="1275" b="1">
                <a:solidFill>
                  <a:srgbClr val="4A6071"/>
                </a:solidFill>
                <a:latin typeface="Arial"/>
                <a:ea typeface="Arial"/>
                <a:cs typeface="Arial"/>
              </a:rPr>
              <a:t>OIDC + SSM/TLS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22E2A2-3F31-4F73-B3A5-C598C73E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43175"/>
            <a:ext cx="138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275" b="1">
                <a:solidFill>
                  <a:srgbClr val="4A6071"/>
                </a:solidFill>
              </a:defRPr>
            </a:defPPr>
            <a:lvl1pPr algn="ctr">
              <a:buNone/>
              <a:defRPr sz="1275" b="1">
                <a:solidFill>
                  <a:srgbClr val="4A6071"/>
                </a:solidFill>
              </a:defRPr>
            </a:lvl1pPr>
            <a:lvl2pPr algn="ctr">
              <a:buNone/>
              <a:defRPr sz="1275" b="1">
                <a:solidFill>
                  <a:srgbClr val="4A6071"/>
                </a:solidFill>
              </a:defRPr>
            </a:lvl2pPr>
            <a:lvl3pPr algn="ctr">
              <a:buNone/>
              <a:defRPr sz="1275" b="1">
                <a:solidFill>
                  <a:srgbClr val="4A6071"/>
                </a:solidFill>
              </a:defRPr>
            </a:lvl3pPr>
            <a:lvl4pPr algn="ctr">
              <a:buNone/>
              <a:defRPr sz="1275" b="1">
                <a:solidFill>
                  <a:srgbClr val="4A6071"/>
                </a:solidFill>
              </a:defRPr>
            </a:lvl4pPr>
            <a:lvl5pPr algn="ctr">
              <a:buNone/>
              <a:defRPr sz="1275" b="1">
                <a:solidFill>
                  <a:srgbClr val="4A6071"/>
                </a:solidFill>
              </a:defRPr>
            </a:lvl5pPr>
            <a:lvl6pPr algn="ctr">
              <a:buNone/>
              <a:defRPr sz="1275" b="1">
                <a:solidFill>
                  <a:srgbClr val="4A6071"/>
                </a:solidFill>
              </a:defRPr>
            </a:lvl6pPr>
            <a:lvl7pPr algn="ctr">
              <a:buNone/>
              <a:defRPr sz="1275" b="1">
                <a:solidFill>
                  <a:srgbClr val="4A6071"/>
                </a:solidFill>
              </a:defRPr>
            </a:lvl7pPr>
            <a:lvl8pPr algn="ctr">
              <a:buNone/>
              <a:defRPr sz="1275" b="1">
                <a:solidFill>
                  <a:srgbClr val="4A6071"/>
                </a:solidFill>
              </a:defRPr>
            </a:lvl8pPr>
            <a:lvl9pPr algn="ctr">
              <a:buNone/>
              <a:defRPr sz="1275" b="1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4A6071"/>
                </a:solidFill>
              </a:defRPr>
            </a:pPr>
            <a:r>
              <a:rPr sz="1275" b="1">
                <a:solidFill>
                  <a:srgbClr val="4A6071"/>
                </a:solidFill>
                <a:latin typeface="Arial"/>
                <a:ea typeface="Arial"/>
                <a:cs typeface="Arial"/>
              </a:rPr>
              <a:t>Secret de aplicación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99547-BF50-40C8-98C1-334C0174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619625"/>
            <a:ext cx="242887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1F6F7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350" b="1">
                <a:solidFill>
                  <a:srgbClr val="162D42"/>
                </a:solidFill>
              </a:defRPr>
            </a:defPPr>
            <a:lvl1pPr algn="ctr">
              <a:buNone/>
              <a:defRPr sz="1350" b="1">
                <a:solidFill>
                  <a:srgbClr val="162D42"/>
                </a:solidFill>
              </a:defRPr>
            </a:lvl1pPr>
            <a:lvl2pPr algn="ctr">
              <a:buNone/>
              <a:defRPr sz="1350" b="1">
                <a:solidFill>
                  <a:srgbClr val="162D42"/>
                </a:solidFill>
              </a:defRPr>
            </a:lvl2pPr>
            <a:lvl3pPr algn="ctr">
              <a:buNone/>
              <a:defRPr sz="1350" b="1">
                <a:solidFill>
                  <a:srgbClr val="162D42"/>
                </a:solidFill>
              </a:defRPr>
            </a:lvl3pPr>
            <a:lvl4pPr algn="ctr">
              <a:buNone/>
              <a:defRPr sz="1350" b="1">
                <a:solidFill>
                  <a:srgbClr val="162D42"/>
                </a:solidFill>
              </a:defRPr>
            </a:lvl4pPr>
            <a:lvl5pPr algn="ctr">
              <a:buNone/>
              <a:defRPr sz="1350" b="1">
                <a:solidFill>
                  <a:srgbClr val="162D42"/>
                </a:solidFill>
              </a:defRPr>
            </a:lvl5pPr>
            <a:lvl6pPr algn="ctr">
              <a:buNone/>
              <a:defRPr sz="1350" b="1">
                <a:solidFill>
                  <a:srgbClr val="162D42"/>
                </a:solidFill>
              </a:defRPr>
            </a:lvl6pPr>
            <a:lvl7pPr algn="ctr">
              <a:buNone/>
              <a:defRPr sz="1350" b="1">
                <a:solidFill>
                  <a:srgbClr val="162D42"/>
                </a:solidFill>
              </a:defRPr>
            </a:lvl7pPr>
            <a:lvl8pPr algn="ctr">
              <a:buNone/>
              <a:defRPr sz="1350" b="1">
                <a:solidFill>
                  <a:srgbClr val="162D42"/>
                </a:solidFill>
              </a:defRPr>
            </a:lvl8pPr>
            <a:lvl9pPr algn="ctr">
              <a:buNone/>
              <a:defRPr sz="1350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D42"/>
                </a:solidFill>
              </a:defRPr>
            </a:pP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PostgreSQL privado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3CD01-927A-40F1-906F-AFEFDEC5864F}"/>
              </a:ext>
            </a:extLst>
          </p:cNvPr>
          <p:cNvCxnSpPr/>
          <p:nvPr/>
        </p:nvCxnSpPr>
        <p:spPr>
          <a:xfrm xmlns:a="http://schemas.openxmlformats.org/drawingml/2006/main">
            <a:off x="10096500" y="3524250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FCFBCC-D262-4647-8480-C48B5AC0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28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1">
                <a:solidFill>
                  <a:srgbClr val="10243A"/>
                </a:solidFill>
              </a:defRPr>
            </a:defPPr>
            <a:lvl1pPr algn="l">
              <a:buNone/>
              <a:defRPr sz="1650" b="1">
                <a:solidFill>
                  <a:srgbClr val="10243A"/>
                </a:solidFill>
              </a:defRPr>
            </a:lvl1pPr>
            <a:lvl2pPr algn="l">
              <a:buNone/>
              <a:defRPr sz="1650" b="1">
                <a:solidFill>
                  <a:srgbClr val="10243A"/>
                </a:solidFill>
              </a:defRPr>
            </a:lvl2pPr>
            <a:lvl3pPr algn="l">
              <a:buNone/>
              <a:defRPr sz="1650" b="1">
                <a:solidFill>
                  <a:srgbClr val="10243A"/>
                </a:solidFill>
              </a:defRPr>
            </a:lvl3pPr>
            <a:lvl4pPr algn="l">
              <a:buNone/>
              <a:defRPr sz="1650" b="1">
                <a:solidFill>
                  <a:srgbClr val="10243A"/>
                </a:solidFill>
              </a:defRPr>
            </a:lvl4pPr>
            <a:lvl5pPr algn="l">
              <a:buNone/>
              <a:defRPr sz="1650" b="1">
                <a:solidFill>
                  <a:srgbClr val="10243A"/>
                </a:solidFill>
              </a:defRPr>
            </a:lvl5pPr>
            <a:lvl6pPr algn="l">
              <a:buNone/>
              <a:defRPr sz="1650" b="1">
                <a:solidFill>
                  <a:srgbClr val="10243A"/>
                </a:solidFill>
              </a:defRPr>
            </a:lvl6pPr>
            <a:lvl7pPr algn="l">
              <a:buNone/>
              <a:defRPr sz="1650" b="1">
                <a:solidFill>
                  <a:srgbClr val="10243A"/>
                </a:solidFill>
              </a:defRPr>
            </a:lvl7pPr>
            <a:lvl8pPr algn="l">
              <a:buNone/>
              <a:defRPr sz="1650" b="1">
                <a:solidFill>
                  <a:srgbClr val="10243A"/>
                </a:solidFill>
              </a:defRPr>
            </a:lvl8pPr>
            <a:lvl9pPr algn="l">
              <a:buNone/>
              <a:defRPr sz="16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0243A"/>
                </a:solidFill>
              </a:defRPr>
            </a:pPr>
            <a:r>
              <a:rPr sz="16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Terraform: red, EKS, EC2 y KMS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B58E6-D0D2-4FCE-B1E0-65F69E2E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28800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4A6071"/>
                </a:solidFill>
              </a:defRPr>
            </a:defPPr>
            <a:lvl1pPr algn="l">
              <a:buNone/>
              <a:defRPr sz="1500" b="0">
                <a:solidFill>
                  <a:srgbClr val="4A6071"/>
                </a:solidFill>
              </a:defRPr>
            </a:lvl1pPr>
            <a:lvl2pPr algn="l">
              <a:buNone/>
              <a:defRPr sz="1500" b="0">
                <a:solidFill>
                  <a:srgbClr val="4A6071"/>
                </a:solidFill>
              </a:defRPr>
            </a:lvl2pPr>
            <a:lvl3pPr algn="l">
              <a:buNone/>
              <a:defRPr sz="1500" b="0">
                <a:solidFill>
                  <a:srgbClr val="4A6071"/>
                </a:solidFill>
              </a:defRPr>
            </a:lvl3pPr>
            <a:lvl4pPr algn="l">
              <a:buNone/>
              <a:defRPr sz="1500" b="0">
                <a:solidFill>
                  <a:srgbClr val="4A6071"/>
                </a:solidFill>
              </a:defRPr>
            </a:lvl4pPr>
            <a:lvl5pPr algn="l">
              <a:buNone/>
              <a:defRPr sz="1500" b="0">
                <a:solidFill>
                  <a:srgbClr val="4A6071"/>
                </a:solidFill>
              </a:defRPr>
            </a:lvl5pPr>
            <a:lvl6pPr algn="l">
              <a:buNone/>
              <a:defRPr sz="1500" b="0">
                <a:solidFill>
                  <a:srgbClr val="4A6071"/>
                </a:solidFill>
              </a:defRPr>
            </a:lvl6pPr>
            <a:lvl7pPr algn="l">
              <a:buNone/>
              <a:defRPr sz="1500" b="0">
                <a:solidFill>
                  <a:srgbClr val="4A6071"/>
                </a:solidFill>
              </a:defRPr>
            </a:lvl7pPr>
            <a:lvl8pPr algn="l">
              <a:buNone/>
              <a:defRPr sz="1500" b="0">
                <a:solidFill>
                  <a:srgbClr val="4A6071"/>
                </a:solidFill>
              </a:defRPr>
            </a:lvl8pPr>
            <a:lvl9pPr algn="l">
              <a:buNone/>
              <a:defRPr sz="1500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4A6071"/>
                </a:solidFill>
              </a:defRPr>
            </a:pPr>
            <a:r>
              <a:rPr sz="1500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Ansible: instalación y configuración repetible de Vault por SSM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29E775-5A0E-4590-B164-25BF1270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62625"/>
            <a:ext cx="10429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425" b="0">
                <a:solidFill>
                  <a:srgbClr val="4A6071"/>
                </a:solidFill>
              </a:defRPr>
            </a:defPPr>
            <a:lvl1pPr algn="l">
              <a:buNone/>
              <a:defRPr sz="1425" b="0">
                <a:solidFill>
                  <a:srgbClr val="4A6071"/>
                </a:solidFill>
              </a:defRPr>
            </a:lvl1pPr>
            <a:lvl2pPr algn="l">
              <a:buNone/>
              <a:defRPr sz="1425" b="0">
                <a:solidFill>
                  <a:srgbClr val="4A6071"/>
                </a:solidFill>
              </a:defRPr>
            </a:lvl2pPr>
            <a:lvl3pPr algn="l">
              <a:buNone/>
              <a:defRPr sz="1425" b="0">
                <a:solidFill>
                  <a:srgbClr val="4A6071"/>
                </a:solidFill>
              </a:defRPr>
            </a:lvl3pPr>
            <a:lvl4pPr algn="l">
              <a:buNone/>
              <a:defRPr sz="1425" b="0">
                <a:solidFill>
                  <a:srgbClr val="4A6071"/>
                </a:solidFill>
              </a:defRPr>
            </a:lvl4pPr>
            <a:lvl5pPr algn="l">
              <a:buNone/>
              <a:defRPr sz="1425" b="0">
                <a:solidFill>
                  <a:srgbClr val="4A6071"/>
                </a:solidFill>
              </a:defRPr>
            </a:lvl5pPr>
            <a:lvl6pPr algn="l">
              <a:buNone/>
              <a:defRPr sz="1425" b="0">
                <a:solidFill>
                  <a:srgbClr val="4A6071"/>
                </a:solidFill>
              </a:defRPr>
            </a:lvl6pPr>
            <a:lvl7pPr algn="l">
              <a:buNone/>
              <a:defRPr sz="1425" b="0">
                <a:solidFill>
                  <a:srgbClr val="4A6071"/>
                </a:solidFill>
              </a:defRPr>
            </a:lvl7pPr>
            <a:lvl8pPr algn="l">
              <a:buNone/>
              <a:defRPr sz="1425" b="0">
                <a:solidFill>
                  <a:srgbClr val="4A6071"/>
                </a:solidFill>
              </a:defRPr>
            </a:lvl8pPr>
            <a:lvl9pPr algn="l">
              <a:buNone/>
              <a:defRPr sz="142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4A6071"/>
                </a:solidFill>
              </a:defRPr>
            </a:pPr>
            <a:r>
              <a:rPr sz="142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La UI de Vault usa un túnel SSM al puerto 8200. El frontend del Lab se consulta por port-forward.</a:t>
            </a:r>
          </a:p>
        </p:txBody>
      </p:sp>
    </p:spTree>
    <p:extLst>
      <p:ext uri="{BB962C8B-B14F-4D97-AF65-F5344CB8AC3E}">
        <p14:creationId xmlns:p14="http://schemas.microsoft.com/office/powerpoint/2010/main" val="13188554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9757B4-2FDE-4DB3-AD39-6B56C2B1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850" b="1">
                <a:solidFill>
                  <a:srgbClr val="10243A"/>
                </a:solidFill>
              </a:defRPr>
            </a:defPPr>
            <a:lvl1pPr algn="l">
              <a:buNone/>
              <a:defRPr sz="2850" b="1">
                <a:solidFill>
                  <a:srgbClr val="10243A"/>
                </a:solidFill>
              </a:defRPr>
            </a:lvl1pPr>
            <a:lvl2pPr algn="l">
              <a:buNone/>
              <a:defRPr sz="2850" b="1">
                <a:solidFill>
                  <a:srgbClr val="10243A"/>
                </a:solidFill>
              </a:defRPr>
            </a:lvl2pPr>
            <a:lvl3pPr algn="l">
              <a:buNone/>
              <a:defRPr sz="2850" b="1">
                <a:solidFill>
                  <a:srgbClr val="10243A"/>
                </a:solidFill>
              </a:defRPr>
            </a:lvl3pPr>
            <a:lvl4pPr algn="l">
              <a:buNone/>
              <a:defRPr sz="2850" b="1">
                <a:solidFill>
                  <a:srgbClr val="10243A"/>
                </a:solidFill>
              </a:defRPr>
            </a:lvl4pPr>
            <a:lvl5pPr algn="l">
              <a:buNone/>
              <a:defRPr sz="2850" b="1">
                <a:solidFill>
                  <a:srgbClr val="10243A"/>
                </a:solidFill>
              </a:defRPr>
            </a:lvl5pPr>
            <a:lvl6pPr algn="l">
              <a:buNone/>
              <a:defRPr sz="2850" b="1">
                <a:solidFill>
                  <a:srgbClr val="10243A"/>
                </a:solidFill>
              </a:defRPr>
            </a:lvl6pPr>
            <a:lvl7pPr algn="l">
              <a:buNone/>
              <a:defRPr sz="2850" b="1">
                <a:solidFill>
                  <a:srgbClr val="10243A"/>
                </a:solidFill>
              </a:defRPr>
            </a:lvl7pPr>
            <a:lvl8pPr algn="l">
              <a:buNone/>
              <a:defRPr sz="2850" b="1">
                <a:solidFill>
                  <a:srgbClr val="10243A"/>
                </a:solidFill>
              </a:defRPr>
            </a:lvl8pPr>
            <a:lvl9pPr algn="l">
              <a:buNone/>
              <a:defRPr sz="28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0243A"/>
                </a:solidFill>
              </a:defRPr>
            </a:pPr>
            <a:r>
              <a:rPr sz="28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Controles de seguridad implementados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553CCA-992C-4485-8705-82A168A0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5F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8666C-77C2-4896-8067-F4BBD9BD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275" b="0">
                <a:solidFill>
                  <a:srgbClr val="4A6071"/>
                </a:solidFill>
              </a:defRPr>
            </a:defPPr>
            <a:lvl1pPr algn="r">
              <a:buNone/>
              <a:defRPr sz="1275" b="0">
                <a:solidFill>
                  <a:srgbClr val="4A6071"/>
                </a:solidFill>
              </a:defRPr>
            </a:lvl1pPr>
            <a:lvl2pPr algn="r">
              <a:buNone/>
              <a:defRPr sz="1275" b="0">
                <a:solidFill>
                  <a:srgbClr val="4A6071"/>
                </a:solidFill>
              </a:defRPr>
            </a:lvl2pPr>
            <a:lvl3pPr algn="r">
              <a:buNone/>
              <a:defRPr sz="1275" b="0">
                <a:solidFill>
                  <a:srgbClr val="4A6071"/>
                </a:solidFill>
              </a:defRPr>
            </a:lvl3pPr>
            <a:lvl4pPr algn="r">
              <a:buNone/>
              <a:defRPr sz="1275" b="0">
                <a:solidFill>
                  <a:srgbClr val="4A6071"/>
                </a:solidFill>
              </a:defRPr>
            </a:lvl4pPr>
            <a:lvl5pPr algn="r">
              <a:buNone/>
              <a:defRPr sz="1275" b="0">
                <a:solidFill>
                  <a:srgbClr val="4A6071"/>
                </a:solidFill>
              </a:defRPr>
            </a:lvl5pPr>
            <a:lvl6pPr algn="r">
              <a:buNone/>
              <a:defRPr sz="1275" b="0">
                <a:solidFill>
                  <a:srgbClr val="4A6071"/>
                </a:solidFill>
              </a:defRPr>
            </a:lvl6pPr>
            <a:lvl7pPr algn="r">
              <a:buNone/>
              <a:defRPr sz="1275" b="0">
                <a:solidFill>
                  <a:srgbClr val="4A6071"/>
                </a:solidFill>
              </a:defRPr>
            </a:lvl7pPr>
            <a:lvl8pPr algn="r">
              <a:buNone/>
              <a:defRPr sz="1275" b="0">
                <a:solidFill>
                  <a:srgbClr val="4A6071"/>
                </a:solidFill>
              </a:defRPr>
            </a:lvl8pPr>
            <a:lvl9pPr algn="r">
              <a:buNone/>
              <a:defRPr sz="127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4A6071"/>
                </a:solidFill>
              </a:defRPr>
            </a:pPr>
            <a:r>
              <a:rPr sz="127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FFE62B-C8F3-4808-B980-3EF2414E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145F91"/>
                </a:solidFill>
              </a:defRPr>
            </a:defPPr>
            <a:lvl1pPr algn="l">
              <a:buNone/>
              <a:defRPr sz="2025" b="1">
                <a:solidFill>
                  <a:srgbClr val="145F91"/>
                </a:solidFill>
              </a:defRPr>
            </a:lvl1pPr>
            <a:lvl2pPr algn="l">
              <a:buNone/>
              <a:defRPr sz="2025" b="1">
                <a:solidFill>
                  <a:srgbClr val="145F91"/>
                </a:solidFill>
              </a:defRPr>
            </a:lvl2pPr>
            <a:lvl3pPr algn="l">
              <a:buNone/>
              <a:defRPr sz="2025" b="1">
                <a:solidFill>
                  <a:srgbClr val="145F91"/>
                </a:solidFill>
              </a:defRPr>
            </a:lvl3pPr>
            <a:lvl4pPr algn="l">
              <a:buNone/>
              <a:defRPr sz="2025" b="1">
                <a:solidFill>
                  <a:srgbClr val="145F91"/>
                </a:solidFill>
              </a:defRPr>
            </a:lvl4pPr>
            <a:lvl5pPr algn="l">
              <a:buNone/>
              <a:defRPr sz="2025" b="1">
                <a:solidFill>
                  <a:srgbClr val="145F91"/>
                </a:solidFill>
              </a:defRPr>
            </a:lvl5pPr>
            <a:lvl6pPr algn="l">
              <a:buNone/>
              <a:defRPr sz="2025" b="1">
                <a:solidFill>
                  <a:srgbClr val="145F91"/>
                </a:solidFill>
              </a:defRPr>
            </a:lvl6pPr>
            <a:lvl7pPr algn="l">
              <a:buNone/>
              <a:defRPr sz="2025" b="1">
                <a:solidFill>
                  <a:srgbClr val="145F91"/>
                </a:solidFill>
              </a:defRPr>
            </a:lvl7pPr>
            <a:lvl8pPr algn="l">
              <a:buNone/>
              <a:defRPr sz="2025" b="1">
                <a:solidFill>
                  <a:srgbClr val="145F91"/>
                </a:solidFill>
              </a:defRPr>
            </a:lvl8pPr>
            <a:lvl9pPr algn="l">
              <a:buNone/>
              <a:defRPr sz="2025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45F91"/>
                </a:solidFill>
              </a:defRPr>
            </a:pPr>
            <a:r>
              <a:rPr sz="2025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Acceso a Vault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59322-14F8-45E0-95F8-EF274FAD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66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0">
                <a:solidFill>
                  <a:srgbClr val="162D42"/>
                </a:solidFill>
              </a:defRPr>
            </a:defPPr>
            <a:lvl1pPr algn="l">
              <a:buNone/>
              <a:defRPr sz="1650" b="0">
                <a:solidFill>
                  <a:srgbClr val="162D42"/>
                </a:solidFill>
              </a:defRPr>
            </a:lvl1pPr>
            <a:lvl2pPr algn="l">
              <a:buNone/>
              <a:defRPr sz="1650" b="0">
                <a:solidFill>
                  <a:srgbClr val="162D42"/>
                </a:solidFill>
              </a:defRPr>
            </a:lvl2pPr>
            <a:lvl3pPr algn="l">
              <a:buNone/>
              <a:defRPr sz="1650" b="0">
                <a:solidFill>
                  <a:srgbClr val="162D42"/>
                </a:solidFill>
              </a:defRPr>
            </a:lvl3pPr>
            <a:lvl4pPr algn="l">
              <a:buNone/>
              <a:defRPr sz="1650" b="0">
                <a:solidFill>
                  <a:srgbClr val="162D42"/>
                </a:solidFill>
              </a:defRPr>
            </a:lvl4pPr>
            <a:lvl5pPr algn="l">
              <a:buNone/>
              <a:defRPr sz="1650" b="0">
                <a:solidFill>
                  <a:srgbClr val="162D42"/>
                </a:solidFill>
              </a:defRPr>
            </a:lvl5pPr>
            <a:lvl6pPr algn="l">
              <a:buNone/>
              <a:defRPr sz="1650" b="0">
                <a:solidFill>
                  <a:srgbClr val="162D42"/>
                </a:solidFill>
              </a:defRPr>
            </a:lvl6pPr>
            <a:lvl7pPr algn="l">
              <a:buNone/>
              <a:defRPr sz="1650" b="0">
                <a:solidFill>
                  <a:srgbClr val="162D42"/>
                </a:solidFill>
              </a:defRPr>
            </a:lvl7pPr>
            <a:lvl8pPr algn="l">
              <a:buNone/>
              <a:defRPr sz="1650" b="0">
                <a:solidFill>
                  <a:srgbClr val="162D42"/>
                </a:solidFill>
              </a:defRPr>
            </a:lvl8pPr>
            <a:lvl9pPr algn="l">
              <a:buNone/>
              <a:defRPr sz="165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62D42"/>
                </a:solidFill>
              </a:defRPr>
            </a:pPr>
            <a:r>
              <a:rPr sz="165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SSM y TLS verificado; EC2 separada del clúster; UI por túnel.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0A511-A333-4960-BBB4-C94FD4C2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145F91"/>
                </a:solidFill>
              </a:defRPr>
            </a:defPPr>
            <a:lvl1pPr algn="l">
              <a:buNone/>
              <a:defRPr sz="2025" b="1">
                <a:solidFill>
                  <a:srgbClr val="145F91"/>
                </a:solidFill>
              </a:defRPr>
            </a:lvl1pPr>
            <a:lvl2pPr algn="l">
              <a:buNone/>
              <a:defRPr sz="2025" b="1">
                <a:solidFill>
                  <a:srgbClr val="145F91"/>
                </a:solidFill>
              </a:defRPr>
            </a:lvl2pPr>
            <a:lvl3pPr algn="l">
              <a:buNone/>
              <a:defRPr sz="2025" b="1">
                <a:solidFill>
                  <a:srgbClr val="145F91"/>
                </a:solidFill>
              </a:defRPr>
            </a:lvl3pPr>
            <a:lvl4pPr algn="l">
              <a:buNone/>
              <a:defRPr sz="2025" b="1">
                <a:solidFill>
                  <a:srgbClr val="145F91"/>
                </a:solidFill>
              </a:defRPr>
            </a:lvl4pPr>
            <a:lvl5pPr algn="l">
              <a:buNone/>
              <a:defRPr sz="2025" b="1">
                <a:solidFill>
                  <a:srgbClr val="145F91"/>
                </a:solidFill>
              </a:defRPr>
            </a:lvl5pPr>
            <a:lvl6pPr algn="l">
              <a:buNone/>
              <a:defRPr sz="2025" b="1">
                <a:solidFill>
                  <a:srgbClr val="145F91"/>
                </a:solidFill>
              </a:defRPr>
            </a:lvl6pPr>
            <a:lvl7pPr algn="l">
              <a:buNone/>
              <a:defRPr sz="2025" b="1">
                <a:solidFill>
                  <a:srgbClr val="145F91"/>
                </a:solidFill>
              </a:defRPr>
            </a:lvl7pPr>
            <a:lvl8pPr algn="l">
              <a:buNone/>
              <a:defRPr sz="2025" b="1">
                <a:solidFill>
                  <a:srgbClr val="145F91"/>
                </a:solidFill>
              </a:defRPr>
            </a:lvl8pPr>
            <a:lvl9pPr algn="l">
              <a:buNone/>
              <a:defRPr sz="2025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45F91"/>
                </a:solidFill>
              </a:defRPr>
            </a:pPr>
            <a:r>
              <a:rPr sz="2025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Identidad CI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07009-E107-4434-A454-97DEDA2E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0300"/>
            <a:ext cx="466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0">
                <a:solidFill>
                  <a:srgbClr val="162D42"/>
                </a:solidFill>
              </a:defRPr>
            </a:defPPr>
            <a:lvl1pPr algn="l">
              <a:buNone/>
              <a:defRPr sz="1650" b="0">
                <a:solidFill>
                  <a:srgbClr val="162D42"/>
                </a:solidFill>
              </a:defRPr>
            </a:lvl1pPr>
            <a:lvl2pPr algn="l">
              <a:buNone/>
              <a:defRPr sz="1650" b="0">
                <a:solidFill>
                  <a:srgbClr val="162D42"/>
                </a:solidFill>
              </a:defRPr>
            </a:lvl2pPr>
            <a:lvl3pPr algn="l">
              <a:buNone/>
              <a:defRPr sz="1650" b="0">
                <a:solidFill>
                  <a:srgbClr val="162D42"/>
                </a:solidFill>
              </a:defRPr>
            </a:lvl3pPr>
            <a:lvl4pPr algn="l">
              <a:buNone/>
              <a:defRPr sz="1650" b="0">
                <a:solidFill>
                  <a:srgbClr val="162D42"/>
                </a:solidFill>
              </a:defRPr>
            </a:lvl4pPr>
            <a:lvl5pPr algn="l">
              <a:buNone/>
              <a:defRPr sz="1650" b="0">
                <a:solidFill>
                  <a:srgbClr val="162D42"/>
                </a:solidFill>
              </a:defRPr>
            </a:lvl5pPr>
            <a:lvl6pPr algn="l">
              <a:buNone/>
              <a:defRPr sz="1650" b="0">
                <a:solidFill>
                  <a:srgbClr val="162D42"/>
                </a:solidFill>
              </a:defRPr>
            </a:lvl6pPr>
            <a:lvl7pPr algn="l">
              <a:buNone/>
              <a:defRPr sz="1650" b="0">
                <a:solidFill>
                  <a:srgbClr val="162D42"/>
                </a:solidFill>
              </a:defRPr>
            </a:lvl7pPr>
            <a:lvl8pPr algn="l">
              <a:buNone/>
              <a:defRPr sz="1650" b="0">
                <a:solidFill>
                  <a:srgbClr val="162D42"/>
                </a:solidFill>
              </a:defRPr>
            </a:lvl8pPr>
            <a:lvl9pPr algn="l">
              <a:buNone/>
              <a:defRPr sz="165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62D42"/>
                </a:solidFill>
              </a:defRPr>
            </a:pPr>
            <a:r>
              <a:rPr sz="165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OIDC ligado a repositorio, propietario, main, environment y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44707F-EA0E-4C70-9855-337F8CBE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145F91"/>
                </a:solidFill>
              </a:defRPr>
            </a:defPPr>
            <a:lvl1pPr algn="l">
              <a:buNone/>
              <a:defRPr sz="2025" b="1">
                <a:solidFill>
                  <a:srgbClr val="145F91"/>
                </a:solidFill>
              </a:defRPr>
            </a:lvl1pPr>
            <a:lvl2pPr algn="l">
              <a:buNone/>
              <a:defRPr sz="2025" b="1">
                <a:solidFill>
                  <a:srgbClr val="145F91"/>
                </a:solidFill>
              </a:defRPr>
            </a:lvl2pPr>
            <a:lvl3pPr algn="l">
              <a:buNone/>
              <a:defRPr sz="2025" b="1">
                <a:solidFill>
                  <a:srgbClr val="145F91"/>
                </a:solidFill>
              </a:defRPr>
            </a:lvl3pPr>
            <a:lvl4pPr algn="l">
              <a:buNone/>
              <a:defRPr sz="2025" b="1">
                <a:solidFill>
                  <a:srgbClr val="145F91"/>
                </a:solidFill>
              </a:defRPr>
            </a:lvl4pPr>
            <a:lvl5pPr algn="l">
              <a:buNone/>
              <a:defRPr sz="2025" b="1">
                <a:solidFill>
                  <a:srgbClr val="145F91"/>
                </a:solidFill>
              </a:defRPr>
            </a:lvl5pPr>
            <a:lvl6pPr algn="l">
              <a:buNone/>
              <a:defRPr sz="2025" b="1">
                <a:solidFill>
                  <a:srgbClr val="145F91"/>
                </a:solidFill>
              </a:defRPr>
            </a:lvl6pPr>
            <a:lvl7pPr algn="l">
              <a:buNone/>
              <a:defRPr sz="2025" b="1">
                <a:solidFill>
                  <a:srgbClr val="145F91"/>
                </a:solidFill>
              </a:defRPr>
            </a:lvl7pPr>
            <a:lvl8pPr algn="l">
              <a:buNone/>
              <a:defRPr sz="2025" b="1">
                <a:solidFill>
                  <a:srgbClr val="145F91"/>
                </a:solidFill>
              </a:defRPr>
            </a:lvl8pPr>
            <a:lvl9pPr algn="l">
              <a:buNone/>
              <a:defRPr sz="2025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45F91"/>
                </a:solidFill>
              </a:defRPr>
            </a:pPr>
            <a:r>
              <a:rPr sz="2025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Menor privilegio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4471D-E6ED-459C-805E-C439E3A9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91050"/>
            <a:ext cx="466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0">
                <a:solidFill>
                  <a:srgbClr val="162D42"/>
                </a:solidFill>
              </a:defRPr>
            </a:defPPr>
            <a:lvl1pPr algn="l">
              <a:buNone/>
              <a:defRPr sz="1650" b="0">
                <a:solidFill>
                  <a:srgbClr val="162D42"/>
                </a:solidFill>
              </a:defRPr>
            </a:lvl1pPr>
            <a:lvl2pPr algn="l">
              <a:buNone/>
              <a:defRPr sz="1650" b="0">
                <a:solidFill>
                  <a:srgbClr val="162D42"/>
                </a:solidFill>
              </a:defRPr>
            </a:lvl2pPr>
            <a:lvl3pPr algn="l">
              <a:buNone/>
              <a:defRPr sz="1650" b="0">
                <a:solidFill>
                  <a:srgbClr val="162D42"/>
                </a:solidFill>
              </a:defRPr>
            </a:lvl3pPr>
            <a:lvl4pPr algn="l">
              <a:buNone/>
              <a:defRPr sz="1650" b="0">
                <a:solidFill>
                  <a:srgbClr val="162D42"/>
                </a:solidFill>
              </a:defRPr>
            </a:lvl4pPr>
            <a:lvl5pPr algn="l">
              <a:buNone/>
              <a:defRPr sz="1650" b="0">
                <a:solidFill>
                  <a:srgbClr val="162D42"/>
                </a:solidFill>
              </a:defRPr>
            </a:lvl5pPr>
            <a:lvl6pPr algn="l">
              <a:buNone/>
              <a:defRPr sz="1650" b="0">
                <a:solidFill>
                  <a:srgbClr val="162D42"/>
                </a:solidFill>
              </a:defRPr>
            </a:lvl6pPr>
            <a:lvl7pPr algn="l">
              <a:buNone/>
              <a:defRPr sz="1650" b="0">
                <a:solidFill>
                  <a:srgbClr val="162D42"/>
                </a:solidFill>
              </a:defRPr>
            </a:lvl7pPr>
            <a:lvl8pPr algn="l">
              <a:buNone/>
              <a:defRPr sz="1650" b="0">
                <a:solidFill>
                  <a:srgbClr val="162D42"/>
                </a:solidFill>
              </a:defRPr>
            </a:lvl8pPr>
            <a:lvl9pPr algn="l">
              <a:buNone/>
              <a:defRPr sz="165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62D42"/>
                </a:solidFill>
              </a:defRPr>
            </a:pPr>
            <a:r>
              <a:rPr sz="165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Política de solo lectura; token batch con máximo 15 minutos.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B46387-BFDB-44EA-BF02-AFBDD131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145F91"/>
                </a:solidFill>
              </a:defRPr>
            </a:defPPr>
            <a:lvl1pPr algn="l">
              <a:buNone/>
              <a:defRPr sz="2025" b="1">
                <a:solidFill>
                  <a:srgbClr val="145F91"/>
                </a:solidFill>
              </a:defRPr>
            </a:lvl1pPr>
            <a:lvl2pPr algn="l">
              <a:buNone/>
              <a:defRPr sz="2025" b="1">
                <a:solidFill>
                  <a:srgbClr val="145F91"/>
                </a:solidFill>
              </a:defRPr>
            </a:lvl2pPr>
            <a:lvl3pPr algn="l">
              <a:buNone/>
              <a:defRPr sz="2025" b="1">
                <a:solidFill>
                  <a:srgbClr val="145F91"/>
                </a:solidFill>
              </a:defRPr>
            </a:lvl3pPr>
            <a:lvl4pPr algn="l">
              <a:buNone/>
              <a:defRPr sz="2025" b="1">
                <a:solidFill>
                  <a:srgbClr val="145F91"/>
                </a:solidFill>
              </a:defRPr>
            </a:lvl4pPr>
            <a:lvl5pPr algn="l">
              <a:buNone/>
              <a:defRPr sz="2025" b="1">
                <a:solidFill>
                  <a:srgbClr val="145F91"/>
                </a:solidFill>
              </a:defRPr>
            </a:lvl5pPr>
            <a:lvl6pPr algn="l">
              <a:buNone/>
              <a:defRPr sz="2025" b="1">
                <a:solidFill>
                  <a:srgbClr val="145F91"/>
                </a:solidFill>
              </a:defRPr>
            </a:lvl6pPr>
            <a:lvl7pPr algn="l">
              <a:buNone/>
              <a:defRPr sz="2025" b="1">
                <a:solidFill>
                  <a:srgbClr val="145F91"/>
                </a:solidFill>
              </a:defRPr>
            </a:lvl7pPr>
            <a:lvl8pPr algn="l">
              <a:buNone/>
              <a:defRPr sz="2025" b="1">
                <a:solidFill>
                  <a:srgbClr val="145F91"/>
                </a:solidFill>
              </a:defRPr>
            </a:lvl8pPr>
            <a:lvl9pPr algn="l">
              <a:buNone/>
              <a:defRPr sz="2025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45F91"/>
                </a:solidFill>
              </a:defRPr>
            </a:pPr>
            <a:r>
              <a:rPr sz="2025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Custodia y auditoría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811275-7584-4EA0-974C-7CA511EB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91050"/>
            <a:ext cx="466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0">
                <a:solidFill>
                  <a:srgbClr val="162D42"/>
                </a:solidFill>
              </a:defRPr>
            </a:defPPr>
            <a:lvl1pPr algn="l">
              <a:buNone/>
              <a:defRPr sz="1650" b="0">
                <a:solidFill>
                  <a:srgbClr val="162D42"/>
                </a:solidFill>
              </a:defRPr>
            </a:lvl1pPr>
            <a:lvl2pPr algn="l">
              <a:buNone/>
              <a:defRPr sz="1650" b="0">
                <a:solidFill>
                  <a:srgbClr val="162D42"/>
                </a:solidFill>
              </a:defRPr>
            </a:lvl2pPr>
            <a:lvl3pPr algn="l">
              <a:buNone/>
              <a:defRPr sz="1650" b="0">
                <a:solidFill>
                  <a:srgbClr val="162D42"/>
                </a:solidFill>
              </a:defRPr>
            </a:lvl3pPr>
            <a:lvl4pPr algn="l">
              <a:buNone/>
              <a:defRPr sz="1650" b="0">
                <a:solidFill>
                  <a:srgbClr val="162D42"/>
                </a:solidFill>
              </a:defRPr>
            </a:lvl4pPr>
            <a:lvl5pPr algn="l">
              <a:buNone/>
              <a:defRPr sz="1650" b="0">
                <a:solidFill>
                  <a:srgbClr val="162D42"/>
                </a:solidFill>
              </a:defRPr>
            </a:lvl5pPr>
            <a:lvl6pPr algn="l">
              <a:buNone/>
              <a:defRPr sz="1650" b="0">
                <a:solidFill>
                  <a:srgbClr val="162D42"/>
                </a:solidFill>
              </a:defRPr>
            </a:lvl6pPr>
            <a:lvl7pPr algn="l">
              <a:buNone/>
              <a:defRPr sz="1650" b="0">
                <a:solidFill>
                  <a:srgbClr val="162D42"/>
                </a:solidFill>
              </a:defRPr>
            </a:lvl7pPr>
            <a:lvl8pPr algn="l">
              <a:buNone/>
              <a:defRPr sz="1650" b="0">
                <a:solidFill>
                  <a:srgbClr val="162D42"/>
                </a:solidFill>
              </a:defRPr>
            </a:lvl8pPr>
            <a:lvl9pPr algn="l">
              <a:buNone/>
              <a:defRPr sz="165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62D42"/>
                </a:solidFill>
              </a:defRPr>
            </a:pPr>
            <a:r>
              <a:rPr sz="165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KMS auto-unseal, Raft, audit file con HMAC y material raíz fuera de Actions.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23E35-A7AB-40D5-869C-EB9DB8A7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2125"/>
            <a:ext cx="0" cy="414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B25195-9B12-47C1-8463-8242AECA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949453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30C5D-938D-4B6D-90D2-B36AC5A9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850" b="1">
                <a:solidFill>
                  <a:srgbClr val="10243A"/>
                </a:solidFill>
              </a:defRPr>
            </a:defPPr>
            <a:lvl1pPr algn="l">
              <a:buNone/>
              <a:defRPr sz="2850" b="1">
                <a:solidFill>
                  <a:srgbClr val="10243A"/>
                </a:solidFill>
              </a:defRPr>
            </a:lvl1pPr>
            <a:lvl2pPr algn="l">
              <a:buNone/>
              <a:defRPr sz="2850" b="1">
                <a:solidFill>
                  <a:srgbClr val="10243A"/>
                </a:solidFill>
              </a:defRPr>
            </a:lvl2pPr>
            <a:lvl3pPr algn="l">
              <a:buNone/>
              <a:defRPr sz="2850" b="1">
                <a:solidFill>
                  <a:srgbClr val="10243A"/>
                </a:solidFill>
              </a:defRPr>
            </a:lvl3pPr>
            <a:lvl4pPr algn="l">
              <a:buNone/>
              <a:defRPr sz="2850" b="1">
                <a:solidFill>
                  <a:srgbClr val="10243A"/>
                </a:solidFill>
              </a:defRPr>
            </a:lvl4pPr>
            <a:lvl5pPr algn="l">
              <a:buNone/>
              <a:defRPr sz="2850" b="1">
                <a:solidFill>
                  <a:srgbClr val="10243A"/>
                </a:solidFill>
              </a:defRPr>
            </a:lvl5pPr>
            <a:lvl6pPr algn="l">
              <a:buNone/>
              <a:defRPr sz="2850" b="1">
                <a:solidFill>
                  <a:srgbClr val="10243A"/>
                </a:solidFill>
              </a:defRPr>
            </a:lvl6pPr>
            <a:lvl7pPr algn="l">
              <a:buNone/>
              <a:defRPr sz="2850" b="1">
                <a:solidFill>
                  <a:srgbClr val="10243A"/>
                </a:solidFill>
              </a:defRPr>
            </a:lvl7pPr>
            <a:lvl8pPr algn="l">
              <a:buNone/>
              <a:defRPr sz="2850" b="1">
                <a:solidFill>
                  <a:srgbClr val="10243A"/>
                </a:solidFill>
              </a:defRPr>
            </a:lvl8pPr>
            <a:lvl9pPr algn="l">
              <a:buNone/>
              <a:defRPr sz="28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0243A"/>
                </a:solidFill>
              </a:defRPr>
            </a:pPr>
            <a:r>
              <a:rPr sz="28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Flujo de secretos de producción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BAC65-DB8D-489B-B6D2-6441DF37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5F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7FEBF-405D-4108-ACA3-F4417EF9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275" b="0">
                <a:solidFill>
                  <a:srgbClr val="4A6071"/>
                </a:solidFill>
              </a:defRPr>
            </a:defPPr>
            <a:lvl1pPr algn="r">
              <a:buNone/>
              <a:defRPr sz="1275" b="0">
                <a:solidFill>
                  <a:srgbClr val="4A6071"/>
                </a:solidFill>
              </a:defRPr>
            </a:lvl1pPr>
            <a:lvl2pPr algn="r">
              <a:buNone/>
              <a:defRPr sz="1275" b="0">
                <a:solidFill>
                  <a:srgbClr val="4A6071"/>
                </a:solidFill>
              </a:defRPr>
            </a:lvl2pPr>
            <a:lvl3pPr algn="r">
              <a:buNone/>
              <a:defRPr sz="1275" b="0">
                <a:solidFill>
                  <a:srgbClr val="4A6071"/>
                </a:solidFill>
              </a:defRPr>
            </a:lvl3pPr>
            <a:lvl4pPr algn="r">
              <a:buNone/>
              <a:defRPr sz="1275" b="0">
                <a:solidFill>
                  <a:srgbClr val="4A6071"/>
                </a:solidFill>
              </a:defRPr>
            </a:lvl4pPr>
            <a:lvl5pPr algn="r">
              <a:buNone/>
              <a:defRPr sz="1275" b="0">
                <a:solidFill>
                  <a:srgbClr val="4A6071"/>
                </a:solidFill>
              </a:defRPr>
            </a:lvl5pPr>
            <a:lvl6pPr algn="r">
              <a:buNone/>
              <a:defRPr sz="1275" b="0">
                <a:solidFill>
                  <a:srgbClr val="4A6071"/>
                </a:solidFill>
              </a:defRPr>
            </a:lvl6pPr>
            <a:lvl7pPr algn="r">
              <a:buNone/>
              <a:defRPr sz="1275" b="0">
                <a:solidFill>
                  <a:srgbClr val="4A6071"/>
                </a:solidFill>
              </a:defRPr>
            </a:lvl7pPr>
            <a:lvl8pPr algn="r">
              <a:buNone/>
              <a:defRPr sz="1275" b="0">
                <a:solidFill>
                  <a:srgbClr val="4A6071"/>
                </a:solidFill>
              </a:defRPr>
            </a:lvl8pPr>
            <a:lvl9pPr algn="r">
              <a:buNone/>
              <a:defRPr sz="127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4A6071"/>
                </a:solidFill>
              </a:defRPr>
            </a:pPr>
            <a:r>
              <a:rPr sz="127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D220C-D9AE-406B-9120-B4C1614D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81250"/>
            <a:ext cx="1952625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GitHub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OIDC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822E5-817A-4DC5-A2DF-69A7AEB8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381250"/>
            <a:ext cx="1952625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Vault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KV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95AC5-CB99-45BE-B0C9-D856250E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381250"/>
            <a:ext cx="1952625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Token corto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solo lectura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E2B58-D3FE-470D-B068-457A1BE0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381250"/>
            <a:ext cx="1952625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Secret de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Kubernetes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D9EAB8-5DD7-4B7B-A1E2-E710736D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381250"/>
            <a:ext cx="1952625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425" b="1">
                <a:solidFill>
                  <a:srgbClr val="162D42"/>
                </a:solidFill>
              </a:defRPr>
            </a:defPPr>
            <a:lvl1pPr algn="ctr">
              <a:buNone/>
              <a:defRPr sz="1425" b="1">
                <a:solidFill>
                  <a:srgbClr val="162D42"/>
                </a:solidFill>
              </a:defRPr>
            </a:lvl1pPr>
            <a:lvl2pPr algn="ctr">
              <a:buNone/>
              <a:defRPr sz="1425" b="1">
                <a:solidFill>
                  <a:srgbClr val="162D42"/>
                </a:solidFill>
              </a:defRPr>
            </a:lvl2pPr>
            <a:lvl3pPr algn="ctr">
              <a:buNone/>
              <a:defRPr sz="1425" b="1">
                <a:solidFill>
                  <a:srgbClr val="162D42"/>
                </a:solidFill>
              </a:defRPr>
            </a:lvl3pPr>
            <a:lvl4pPr algn="ctr">
              <a:buNone/>
              <a:defRPr sz="1425" b="1">
                <a:solidFill>
                  <a:srgbClr val="162D42"/>
                </a:solidFill>
              </a:defRPr>
            </a:lvl4pPr>
            <a:lvl5pPr algn="ctr">
              <a:buNone/>
              <a:defRPr sz="1425" b="1">
                <a:solidFill>
                  <a:srgbClr val="162D42"/>
                </a:solidFill>
              </a:defRPr>
            </a:lvl5pPr>
            <a:lvl6pPr algn="ctr">
              <a:buNone/>
              <a:defRPr sz="1425" b="1">
                <a:solidFill>
                  <a:srgbClr val="162D42"/>
                </a:solidFill>
              </a:defRPr>
            </a:lvl6pPr>
            <a:lvl7pPr algn="ctr">
              <a:buNone/>
              <a:defRPr sz="1425" b="1">
                <a:solidFill>
                  <a:srgbClr val="162D42"/>
                </a:solidFill>
              </a:defRPr>
            </a:lvl7pPr>
            <a:lvl8pPr algn="ctr">
              <a:buNone/>
              <a:defRPr sz="1425" b="1">
                <a:solidFill>
                  <a:srgbClr val="162D42"/>
                </a:solidFill>
              </a:defRPr>
            </a:lvl8pPr>
            <a:lvl9pPr algn="ctr">
              <a:buNone/>
              <a:defRPr sz="1425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162D42"/>
                </a:solidFill>
              </a:defRPr>
            </a:pP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Pods y</a:t>
            </a:r>
            <a:b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425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migración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A75AA2-F8B7-49C8-B0E3-F57CAC6399C7}"/>
              </a:ext>
            </a:extLst>
          </p:cNvPr>
          <p:cNvCxnSpPr/>
          <p:nvPr/>
        </p:nvCxnSpPr>
        <p:spPr>
          <a:xfrm xmlns:a="http://schemas.openxmlformats.org/drawingml/2006/main">
            <a:off x="2476500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B2A2A-54E8-4E30-93DF-D86F117D32FF}"/>
              </a:ext>
            </a:extLst>
          </p:cNvPr>
          <p:cNvCxnSpPr/>
          <p:nvPr/>
        </p:nvCxnSpPr>
        <p:spPr>
          <a:xfrm xmlns:a="http://schemas.openxmlformats.org/drawingml/2006/main">
            <a:off x="4800600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36C03-44DB-461A-8547-A1DD4B948C7F}"/>
              </a:ext>
            </a:extLst>
          </p:cNvPr>
          <p:cNvCxnSpPr/>
          <p:nvPr/>
        </p:nvCxnSpPr>
        <p:spPr>
          <a:xfrm xmlns:a="http://schemas.openxmlformats.org/drawingml/2006/main">
            <a:off x="7124700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249C1-769F-43E4-8F37-B585D29BA4D2}"/>
              </a:ext>
            </a:extLst>
          </p:cNvPr>
          <p:cNvCxnSpPr/>
          <p:nvPr/>
        </p:nvCxnSpPr>
        <p:spPr>
          <a:xfrm xmlns:a="http://schemas.openxmlformats.org/drawingml/2006/main">
            <a:off x="9448800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FD9D09-19B8-4EC6-B5AE-20DDD2F1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526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50" b="1">
                <a:solidFill>
                  <a:srgbClr val="4A6071"/>
                </a:solidFill>
              </a:defRPr>
            </a:defPPr>
            <a:lvl1pPr algn="l">
              <a:buNone/>
              <a:defRPr sz="1350" b="1">
                <a:solidFill>
                  <a:srgbClr val="4A6071"/>
                </a:solidFill>
              </a:defRPr>
            </a:lvl1pPr>
            <a:lvl2pPr algn="l">
              <a:buNone/>
              <a:defRPr sz="1350" b="1">
                <a:solidFill>
                  <a:srgbClr val="4A6071"/>
                </a:solidFill>
              </a:defRPr>
            </a:lvl2pPr>
            <a:lvl3pPr algn="l">
              <a:buNone/>
              <a:defRPr sz="1350" b="1">
                <a:solidFill>
                  <a:srgbClr val="4A6071"/>
                </a:solidFill>
              </a:defRPr>
            </a:lvl3pPr>
            <a:lvl4pPr algn="l">
              <a:buNone/>
              <a:defRPr sz="1350" b="1">
                <a:solidFill>
                  <a:srgbClr val="4A6071"/>
                </a:solidFill>
              </a:defRPr>
            </a:lvl4pPr>
            <a:lvl5pPr algn="l">
              <a:buNone/>
              <a:defRPr sz="1350" b="1">
                <a:solidFill>
                  <a:srgbClr val="4A6071"/>
                </a:solidFill>
              </a:defRPr>
            </a:lvl5pPr>
            <a:lvl6pPr algn="l">
              <a:buNone/>
              <a:defRPr sz="1350" b="1">
                <a:solidFill>
                  <a:srgbClr val="4A6071"/>
                </a:solidFill>
              </a:defRPr>
            </a:lvl6pPr>
            <a:lvl7pPr algn="l">
              <a:buNone/>
              <a:defRPr sz="1350" b="1">
                <a:solidFill>
                  <a:srgbClr val="4A6071"/>
                </a:solidFill>
              </a:defRPr>
            </a:lvl7pPr>
            <a:lvl8pPr algn="l">
              <a:buNone/>
              <a:defRPr sz="1350" b="1">
                <a:solidFill>
                  <a:srgbClr val="4A6071"/>
                </a:solidFill>
              </a:defRPr>
            </a:lvl8pPr>
            <a:lvl9pPr algn="l">
              <a:buNone/>
              <a:defRPr sz="1350" b="1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4A6071"/>
                </a:solidFill>
              </a:defRPr>
            </a:pPr>
            <a:r>
              <a:rPr sz="1350" b="1">
                <a:solidFill>
                  <a:srgbClr val="4A6071"/>
                </a:solidFill>
                <a:latin typeface="Arial"/>
                <a:ea typeface="Arial"/>
                <a:cs typeface="Arial"/>
              </a:rPr>
              <a:t>SSM + TLS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6A32B5-ED6A-4482-82AB-31AA3F87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1076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650" b="0">
                <a:solidFill>
                  <a:srgbClr val="162D42"/>
                </a:solidFill>
              </a:defRPr>
            </a:defPPr>
            <a:lvl1pPr algn="l">
              <a:buNone/>
              <a:defRPr sz="1650" b="0">
                <a:solidFill>
                  <a:srgbClr val="162D42"/>
                </a:solidFill>
              </a:defRPr>
            </a:lvl1pPr>
            <a:lvl2pPr algn="l">
              <a:buNone/>
              <a:defRPr sz="1650" b="0">
                <a:solidFill>
                  <a:srgbClr val="162D42"/>
                </a:solidFill>
              </a:defRPr>
            </a:lvl2pPr>
            <a:lvl3pPr algn="l">
              <a:buNone/>
              <a:defRPr sz="1650" b="0">
                <a:solidFill>
                  <a:srgbClr val="162D42"/>
                </a:solidFill>
              </a:defRPr>
            </a:lvl3pPr>
            <a:lvl4pPr algn="l">
              <a:buNone/>
              <a:defRPr sz="1650" b="0">
                <a:solidFill>
                  <a:srgbClr val="162D42"/>
                </a:solidFill>
              </a:defRPr>
            </a:lvl4pPr>
            <a:lvl5pPr algn="l">
              <a:buNone/>
              <a:defRPr sz="1650" b="0">
                <a:solidFill>
                  <a:srgbClr val="162D42"/>
                </a:solidFill>
              </a:defRPr>
            </a:lvl5pPr>
            <a:lvl6pPr algn="l">
              <a:buNone/>
              <a:defRPr sz="1650" b="0">
                <a:solidFill>
                  <a:srgbClr val="162D42"/>
                </a:solidFill>
              </a:defRPr>
            </a:lvl6pPr>
            <a:lvl7pPr algn="l">
              <a:buNone/>
              <a:defRPr sz="1650" b="0">
                <a:solidFill>
                  <a:srgbClr val="162D42"/>
                </a:solidFill>
              </a:defRPr>
            </a:lvl7pPr>
            <a:lvl8pPr algn="l">
              <a:buNone/>
              <a:defRPr sz="1650" b="0">
                <a:solidFill>
                  <a:srgbClr val="162D42"/>
                </a:solidFill>
              </a:defRPr>
            </a:lvl8pPr>
            <a:lvl9pPr algn="l">
              <a:buNone/>
              <a:defRPr sz="165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62D42"/>
                </a:solidFill>
              </a:defRPr>
            </a:pPr>
            <a:r>
              <a:rPr sz="165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No se guarda token de Vault en GitHub. El root token, las participaciones y la clave privada permanecen fuera del pipeline.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6D23A-39E3-44E3-9CA5-65608843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8637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4A6071"/>
                </a:solidFill>
              </a:defRPr>
            </a:defPPr>
            <a:lvl1pPr algn="l">
              <a:buNone/>
              <a:defRPr sz="1500" b="0">
                <a:solidFill>
                  <a:srgbClr val="4A6071"/>
                </a:solidFill>
              </a:defRPr>
            </a:lvl1pPr>
            <a:lvl2pPr algn="l">
              <a:buNone/>
              <a:defRPr sz="1500" b="0">
                <a:solidFill>
                  <a:srgbClr val="4A6071"/>
                </a:solidFill>
              </a:defRPr>
            </a:lvl2pPr>
            <a:lvl3pPr algn="l">
              <a:buNone/>
              <a:defRPr sz="1500" b="0">
                <a:solidFill>
                  <a:srgbClr val="4A6071"/>
                </a:solidFill>
              </a:defRPr>
            </a:lvl3pPr>
            <a:lvl4pPr algn="l">
              <a:buNone/>
              <a:defRPr sz="1500" b="0">
                <a:solidFill>
                  <a:srgbClr val="4A6071"/>
                </a:solidFill>
              </a:defRPr>
            </a:lvl4pPr>
            <a:lvl5pPr algn="l">
              <a:buNone/>
              <a:defRPr sz="1500" b="0">
                <a:solidFill>
                  <a:srgbClr val="4A6071"/>
                </a:solidFill>
              </a:defRPr>
            </a:lvl5pPr>
            <a:lvl6pPr algn="l">
              <a:buNone/>
              <a:defRPr sz="1500" b="0">
                <a:solidFill>
                  <a:srgbClr val="4A6071"/>
                </a:solidFill>
              </a:defRPr>
            </a:lvl6pPr>
            <a:lvl7pPr algn="l">
              <a:buNone/>
              <a:defRPr sz="1500" b="0">
                <a:solidFill>
                  <a:srgbClr val="4A6071"/>
                </a:solidFill>
              </a:defRPr>
            </a:lvl7pPr>
            <a:lvl8pPr algn="l">
              <a:buNone/>
              <a:defRPr sz="1500" b="0">
                <a:solidFill>
                  <a:srgbClr val="4A6071"/>
                </a:solidFill>
              </a:defRPr>
            </a:lvl8pPr>
            <a:lvl9pPr algn="l">
              <a:buNone/>
              <a:defRPr sz="1500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4A6071"/>
                </a:solidFill>
              </a:defRPr>
            </a:pPr>
            <a:r>
              <a:rPr sz="1500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Rotación: actualizar KV, validar consumidores y registrar la versión. El release conserva el SHA de imagen verificado.</a:t>
            </a:r>
          </a:p>
        </p:txBody>
      </p:sp>
    </p:spTree>
    <p:extLst>
      <p:ext uri="{BB962C8B-B14F-4D97-AF65-F5344CB8AC3E}">
        <p14:creationId xmlns:p14="http://schemas.microsoft.com/office/powerpoint/2010/main" val="19950930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8F61E-3EF4-47E2-8FC2-77015795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850" b="1">
                <a:solidFill>
                  <a:srgbClr val="10243A"/>
                </a:solidFill>
              </a:defRPr>
            </a:defPPr>
            <a:lvl1pPr algn="l">
              <a:buNone/>
              <a:defRPr sz="2850" b="1">
                <a:solidFill>
                  <a:srgbClr val="10243A"/>
                </a:solidFill>
              </a:defRPr>
            </a:lvl1pPr>
            <a:lvl2pPr algn="l">
              <a:buNone/>
              <a:defRPr sz="2850" b="1">
                <a:solidFill>
                  <a:srgbClr val="10243A"/>
                </a:solidFill>
              </a:defRPr>
            </a:lvl2pPr>
            <a:lvl3pPr algn="l">
              <a:buNone/>
              <a:defRPr sz="2850" b="1">
                <a:solidFill>
                  <a:srgbClr val="10243A"/>
                </a:solidFill>
              </a:defRPr>
            </a:lvl3pPr>
            <a:lvl4pPr algn="l">
              <a:buNone/>
              <a:defRPr sz="2850" b="1">
                <a:solidFill>
                  <a:srgbClr val="10243A"/>
                </a:solidFill>
              </a:defRPr>
            </a:lvl4pPr>
            <a:lvl5pPr algn="l">
              <a:buNone/>
              <a:defRPr sz="2850" b="1">
                <a:solidFill>
                  <a:srgbClr val="10243A"/>
                </a:solidFill>
              </a:defRPr>
            </a:lvl5pPr>
            <a:lvl6pPr algn="l">
              <a:buNone/>
              <a:defRPr sz="2850" b="1">
                <a:solidFill>
                  <a:srgbClr val="10243A"/>
                </a:solidFill>
              </a:defRPr>
            </a:lvl6pPr>
            <a:lvl7pPr algn="l">
              <a:buNone/>
              <a:defRPr sz="2850" b="1">
                <a:solidFill>
                  <a:srgbClr val="10243A"/>
                </a:solidFill>
              </a:defRPr>
            </a:lvl7pPr>
            <a:lvl8pPr algn="l">
              <a:buNone/>
              <a:defRPr sz="2850" b="1">
                <a:solidFill>
                  <a:srgbClr val="10243A"/>
                </a:solidFill>
              </a:defRPr>
            </a:lvl8pPr>
            <a:lvl9pPr algn="l">
              <a:buNone/>
              <a:defRPr sz="28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0243A"/>
                </a:solidFill>
              </a:defRPr>
            </a:pPr>
            <a:r>
              <a:rPr sz="28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Actualización segura de producción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05EE2-6822-40B2-9C06-ECEC9DF5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5F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44588-1342-44FE-AC4D-DC4968BA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275" b="0">
                <a:solidFill>
                  <a:srgbClr val="4A6071"/>
                </a:solidFill>
              </a:defRPr>
            </a:defPPr>
            <a:lvl1pPr algn="r">
              <a:buNone/>
              <a:defRPr sz="1275" b="0">
                <a:solidFill>
                  <a:srgbClr val="4A6071"/>
                </a:solidFill>
              </a:defRPr>
            </a:lvl1pPr>
            <a:lvl2pPr algn="r">
              <a:buNone/>
              <a:defRPr sz="1275" b="0">
                <a:solidFill>
                  <a:srgbClr val="4A6071"/>
                </a:solidFill>
              </a:defRPr>
            </a:lvl2pPr>
            <a:lvl3pPr algn="r">
              <a:buNone/>
              <a:defRPr sz="1275" b="0">
                <a:solidFill>
                  <a:srgbClr val="4A6071"/>
                </a:solidFill>
              </a:defRPr>
            </a:lvl3pPr>
            <a:lvl4pPr algn="r">
              <a:buNone/>
              <a:defRPr sz="1275" b="0">
                <a:solidFill>
                  <a:srgbClr val="4A6071"/>
                </a:solidFill>
              </a:defRPr>
            </a:lvl4pPr>
            <a:lvl5pPr algn="r">
              <a:buNone/>
              <a:defRPr sz="1275" b="0">
                <a:solidFill>
                  <a:srgbClr val="4A6071"/>
                </a:solidFill>
              </a:defRPr>
            </a:lvl5pPr>
            <a:lvl6pPr algn="r">
              <a:buNone/>
              <a:defRPr sz="1275" b="0">
                <a:solidFill>
                  <a:srgbClr val="4A6071"/>
                </a:solidFill>
              </a:defRPr>
            </a:lvl6pPr>
            <a:lvl7pPr algn="r">
              <a:buNone/>
              <a:defRPr sz="1275" b="0">
                <a:solidFill>
                  <a:srgbClr val="4A6071"/>
                </a:solidFill>
              </a:defRPr>
            </a:lvl7pPr>
            <a:lvl8pPr algn="r">
              <a:buNone/>
              <a:defRPr sz="1275" b="0">
                <a:solidFill>
                  <a:srgbClr val="4A6071"/>
                </a:solidFill>
              </a:defRPr>
            </a:lvl8pPr>
            <a:lvl9pPr algn="r">
              <a:buNone/>
              <a:defRPr sz="127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4A6071"/>
                </a:solidFill>
              </a:defRPr>
            </a:pPr>
            <a:r>
              <a:rPr sz="127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BBDC7-4820-4DA3-BCA7-8BE1FB36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419350"/>
            <a:ext cx="20764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1F6F7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350" b="1">
                <a:solidFill>
                  <a:srgbClr val="162D42"/>
                </a:solidFill>
              </a:defRPr>
            </a:defPPr>
            <a:lvl1pPr algn="ctr">
              <a:buNone/>
              <a:defRPr sz="1350" b="1">
                <a:solidFill>
                  <a:srgbClr val="162D42"/>
                </a:solidFill>
              </a:defRPr>
            </a:lvl1pPr>
            <a:lvl2pPr algn="ctr">
              <a:buNone/>
              <a:defRPr sz="1350" b="1">
                <a:solidFill>
                  <a:srgbClr val="162D42"/>
                </a:solidFill>
              </a:defRPr>
            </a:lvl2pPr>
            <a:lvl3pPr algn="ctr">
              <a:buNone/>
              <a:defRPr sz="1350" b="1">
                <a:solidFill>
                  <a:srgbClr val="162D42"/>
                </a:solidFill>
              </a:defRPr>
            </a:lvl3pPr>
            <a:lvl4pPr algn="ctr">
              <a:buNone/>
              <a:defRPr sz="1350" b="1">
                <a:solidFill>
                  <a:srgbClr val="162D42"/>
                </a:solidFill>
              </a:defRPr>
            </a:lvl4pPr>
            <a:lvl5pPr algn="ctr">
              <a:buNone/>
              <a:defRPr sz="1350" b="1">
                <a:solidFill>
                  <a:srgbClr val="162D42"/>
                </a:solidFill>
              </a:defRPr>
            </a:lvl5pPr>
            <a:lvl6pPr algn="ctr">
              <a:buNone/>
              <a:defRPr sz="1350" b="1">
                <a:solidFill>
                  <a:srgbClr val="162D42"/>
                </a:solidFill>
              </a:defRPr>
            </a:lvl6pPr>
            <a:lvl7pPr algn="ctr">
              <a:buNone/>
              <a:defRPr sz="1350" b="1">
                <a:solidFill>
                  <a:srgbClr val="162D42"/>
                </a:solidFill>
              </a:defRPr>
            </a:lvl7pPr>
            <a:lvl8pPr algn="ctr">
              <a:buNone/>
              <a:defRPr sz="1350" b="1">
                <a:solidFill>
                  <a:srgbClr val="162D42"/>
                </a:solidFill>
              </a:defRPr>
            </a:lvl8pPr>
            <a:lvl9pPr algn="ctr">
              <a:buNone/>
              <a:defRPr sz="1350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D42"/>
                </a:solidFill>
              </a:defRPr>
            </a:pP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01</a:t>
            </a:r>
            <a:b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PR development → main</a:t>
            </a:r>
          </a:p>
        </p:txBody>
      </p: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C63B7-DEE3-4D78-8DC8-4246E07B378E}"/>
              </a:ext>
            </a:extLst>
          </p:cNvPr>
          <p:cNvCxnSpPr/>
          <p:nvPr/>
        </p:nvCxnSpPr>
        <p:spPr>
          <a:xfrm xmlns:a="http://schemas.openxmlformats.org/drawingml/2006/main">
            <a:off x="2505075" y="2962275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1C42F-1E91-45F4-9911-DE180956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419350"/>
            <a:ext cx="20764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1F6F7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350" b="1">
                <a:solidFill>
                  <a:srgbClr val="162D42"/>
                </a:solidFill>
              </a:defRPr>
            </a:defPPr>
            <a:lvl1pPr algn="ctr">
              <a:buNone/>
              <a:defRPr sz="1350" b="1">
                <a:solidFill>
                  <a:srgbClr val="162D42"/>
                </a:solidFill>
              </a:defRPr>
            </a:lvl1pPr>
            <a:lvl2pPr algn="ctr">
              <a:buNone/>
              <a:defRPr sz="1350" b="1">
                <a:solidFill>
                  <a:srgbClr val="162D42"/>
                </a:solidFill>
              </a:defRPr>
            </a:lvl2pPr>
            <a:lvl3pPr algn="ctr">
              <a:buNone/>
              <a:defRPr sz="1350" b="1">
                <a:solidFill>
                  <a:srgbClr val="162D42"/>
                </a:solidFill>
              </a:defRPr>
            </a:lvl3pPr>
            <a:lvl4pPr algn="ctr">
              <a:buNone/>
              <a:defRPr sz="1350" b="1">
                <a:solidFill>
                  <a:srgbClr val="162D42"/>
                </a:solidFill>
              </a:defRPr>
            </a:lvl4pPr>
            <a:lvl5pPr algn="ctr">
              <a:buNone/>
              <a:defRPr sz="1350" b="1">
                <a:solidFill>
                  <a:srgbClr val="162D42"/>
                </a:solidFill>
              </a:defRPr>
            </a:lvl5pPr>
            <a:lvl6pPr algn="ctr">
              <a:buNone/>
              <a:defRPr sz="1350" b="1">
                <a:solidFill>
                  <a:srgbClr val="162D42"/>
                </a:solidFill>
              </a:defRPr>
            </a:lvl6pPr>
            <a:lvl7pPr algn="ctr">
              <a:buNone/>
              <a:defRPr sz="1350" b="1">
                <a:solidFill>
                  <a:srgbClr val="162D42"/>
                </a:solidFill>
              </a:defRPr>
            </a:lvl7pPr>
            <a:lvl8pPr algn="ctr">
              <a:buNone/>
              <a:defRPr sz="1350" b="1">
                <a:solidFill>
                  <a:srgbClr val="162D42"/>
                </a:solidFill>
              </a:defRPr>
            </a:lvl8pPr>
            <a:lvl9pPr algn="ctr">
              <a:buNone/>
              <a:defRPr sz="1350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D42"/>
                </a:solidFill>
              </a:defRPr>
            </a:pP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02</a:t>
            </a:r>
            <a:b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Gate SHA + recuperación</a:t>
            </a:r>
          </a:p>
        </p:txBody>
      </p: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FF48F-E50D-4163-8AD1-372E7ACB2DDD}"/>
              </a:ext>
            </a:extLst>
          </p:cNvPr>
          <p:cNvCxnSpPr/>
          <p:nvPr/>
        </p:nvCxnSpPr>
        <p:spPr>
          <a:xfrm xmlns:a="http://schemas.openxmlformats.org/drawingml/2006/main">
            <a:off x="4867275" y="2962275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14BAB-38CC-429E-8AA4-50C77B32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419350"/>
            <a:ext cx="20764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1F6F7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350" b="1">
                <a:solidFill>
                  <a:srgbClr val="162D42"/>
                </a:solidFill>
              </a:defRPr>
            </a:defPPr>
            <a:lvl1pPr algn="ctr">
              <a:buNone/>
              <a:defRPr sz="1350" b="1">
                <a:solidFill>
                  <a:srgbClr val="162D42"/>
                </a:solidFill>
              </a:defRPr>
            </a:lvl1pPr>
            <a:lvl2pPr algn="ctr">
              <a:buNone/>
              <a:defRPr sz="1350" b="1">
                <a:solidFill>
                  <a:srgbClr val="162D42"/>
                </a:solidFill>
              </a:defRPr>
            </a:lvl2pPr>
            <a:lvl3pPr algn="ctr">
              <a:buNone/>
              <a:defRPr sz="1350" b="1">
                <a:solidFill>
                  <a:srgbClr val="162D42"/>
                </a:solidFill>
              </a:defRPr>
            </a:lvl3pPr>
            <a:lvl4pPr algn="ctr">
              <a:buNone/>
              <a:defRPr sz="1350" b="1">
                <a:solidFill>
                  <a:srgbClr val="162D42"/>
                </a:solidFill>
              </a:defRPr>
            </a:lvl4pPr>
            <a:lvl5pPr algn="ctr">
              <a:buNone/>
              <a:defRPr sz="1350" b="1">
                <a:solidFill>
                  <a:srgbClr val="162D42"/>
                </a:solidFill>
              </a:defRPr>
            </a:lvl5pPr>
            <a:lvl6pPr algn="ctr">
              <a:buNone/>
              <a:defRPr sz="1350" b="1">
                <a:solidFill>
                  <a:srgbClr val="162D42"/>
                </a:solidFill>
              </a:defRPr>
            </a:lvl6pPr>
            <a:lvl7pPr algn="ctr">
              <a:buNone/>
              <a:defRPr sz="1350" b="1">
                <a:solidFill>
                  <a:srgbClr val="162D42"/>
                </a:solidFill>
              </a:defRPr>
            </a:lvl7pPr>
            <a:lvl8pPr algn="ctr">
              <a:buNone/>
              <a:defRPr sz="1350" b="1">
                <a:solidFill>
                  <a:srgbClr val="162D42"/>
                </a:solidFill>
              </a:defRPr>
            </a:lvl8pPr>
            <a:lvl9pPr algn="ctr">
              <a:buNone/>
              <a:defRPr sz="1350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D42"/>
                </a:solidFill>
              </a:defRPr>
            </a:pP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03</a:t>
            </a:r>
            <a:b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Pruebas PostgreSQL/Vault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AE6773-7954-4ADE-97C6-686EC989378A}"/>
              </a:ext>
            </a:extLst>
          </p:cNvPr>
          <p:cNvCxnSpPr/>
          <p:nvPr/>
        </p:nvCxnSpPr>
        <p:spPr>
          <a:xfrm xmlns:a="http://schemas.openxmlformats.org/drawingml/2006/main">
            <a:off x="7229475" y="2962275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5D2709-A7EF-4B5E-AFF2-39D6F4FC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419350"/>
            <a:ext cx="20764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1F6F7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350" b="1">
                <a:solidFill>
                  <a:srgbClr val="162D42"/>
                </a:solidFill>
              </a:defRPr>
            </a:defPPr>
            <a:lvl1pPr algn="ctr">
              <a:buNone/>
              <a:defRPr sz="1350" b="1">
                <a:solidFill>
                  <a:srgbClr val="162D42"/>
                </a:solidFill>
              </a:defRPr>
            </a:lvl1pPr>
            <a:lvl2pPr algn="ctr">
              <a:buNone/>
              <a:defRPr sz="1350" b="1">
                <a:solidFill>
                  <a:srgbClr val="162D42"/>
                </a:solidFill>
              </a:defRPr>
            </a:lvl2pPr>
            <a:lvl3pPr algn="ctr">
              <a:buNone/>
              <a:defRPr sz="1350" b="1">
                <a:solidFill>
                  <a:srgbClr val="162D42"/>
                </a:solidFill>
              </a:defRPr>
            </a:lvl3pPr>
            <a:lvl4pPr algn="ctr">
              <a:buNone/>
              <a:defRPr sz="1350" b="1">
                <a:solidFill>
                  <a:srgbClr val="162D42"/>
                </a:solidFill>
              </a:defRPr>
            </a:lvl4pPr>
            <a:lvl5pPr algn="ctr">
              <a:buNone/>
              <a:defRPr sz="1350" b="1">
                <a:solidFill>
                  <a:srgbClr val="162D42"/>
                </a:solidFill>
              </a:defRPr>
            </a:lvl5pPr>
            <a:lvl6pPr algn="ctr">
              <a:buNone/>
              <a:defRPr sz="1350" b="1">
                <a:solidFill>
                  <a:srgbClr val="162D42"/>
                </a:solidFill>
              </a:defRPr>
            </a:lvl6pPr>
            <a:lvl7pPr algn="ctr">
              <a:buNone/>
              <a:defRPr sz="1350" b="1">
                <a:solidFill>
                  <a:srgbClr val="162D42"/>
                </a:solidFill>
              </a:defRPr>
            </a:lvl7pPr>
            <a:lvl8pPr algn="ctr">
              <a:buNone/>
              <a:defRPr sz="1350" b="1">
                <a:solidFill>
                  <a:srgbClr val="162D42"/>
                </a:solidFill>
              </a:defRPr>
            </a:lvl8pPr>
            <a:lvl9pPr algn="ctr">
              <a:buNone/>
              <a:defRPr sz="1350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D42"/>
                </a:solidFill>
              </a:defRPr>
            </a:pP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04</a:t>
            </a:r>
            <a:b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12 imágenes ECR con SHA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4FA2B-E5BE-4C81-A732-A597CAF3505E}"/>
              </a:ext>
            </a:extLst>
          </p:cNvPr>
          <p:cNvCxnSpPr/>
          <p:nvPr/>
        </p:nvCxnSpPr>
        <p:spPr>
          <a:xfrm xmlns:a="http://schemas.openxmlformats.org/drawingml/2006/main">
            <a:off x="9591675" y="2962275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8C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48F37-6F70-467C-80D9-B4944006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419350"/>
            <a:ext cx="20764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1F6F7"/>
          </a:solidFill>
          <a:ln xmlns:a="http://schemas.openxmlformats.org/drawingml/2006/main" w="14288">
            <a:solidFill>
              <a:srgbClr val="145F91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350" b="1">
                <a:solidFill>
                  <a:srgbClr val="162D42"/>
                </a:solidFill>
              </a:defRPr>
            </a:defPPr>
            <a:lvl1pPr algn="ctr">
              <a:buNone/>
              <a:defRPr sz="1350" b="1">
                <a:solidFill>
                  <a:srgbClr val="162D42"/>
                </a:solidFill>
              </a:defRPr>
            </a:lvl1pPr>
            <a:lvl2pPr algn="ctr">
              <a:buNone/>
              <a:defRPr sz="1350" b="1">
                <a:solidFill>
                  <a:srgbClr val="162D42"/>
                </a:solidFill>
              </a:defRPr>
            </a:lvl2pPr>
            <a:lvl3pPr algn="ctr">
              <a:buNone/>
              <a:defRPr sz="1350" b="1">
                <a:solidFill>
                  <a:srgbClr val="162D42"/>
                </a:solidFill>
              </a:defRPr>
            </a:lvl3pPr>
            <a:lvl4pPr algn="ctr">
              <a:buNone/>
              <a:defRPr sz="1350" b="1">
                <a:solidFill>
                  <a:srgbClr val="162D42"/>
                </a:solidFill>
              </a:defRPr>
            </a:lvl4pPr>
            <a:lvl5pPr algn="ctr">
              <a:buNone/>
              <a:defRPr sz="1350" b="1">
                <a:solidFill>
                  <a:srgbClr val="162D42"/>
                </a:solidFill>
              </a:defRPr>
            </a:lvl5pPr>
            <a:lvl6pPr algn="ctr">
              <a:buNone/>
              <a:defRPr sz="1350" b="1">
                <a:solidFill>
                  <a:srgbClr val="162D42"/>
                </a:solidFill>
              </a:defRPr>
            </a:lvl6pPr>
            <a:lvl7pPr algn="ctr">
              <a:buNone/>
              <a:defRPr sz="1350" b="1">
                <a:solidFill>
                  <a:srgbClr val="162D42"/>
                </a:solidFill>
              </a:defRPr>
            </a:lvl7pPr>
            <a:lvl8pPr algn="ctr">
              <a:buNone/>
              <a:defRPr sz="1350" b="1">
                <a:solidFill>
                  <a:srgbClr val="162D42"/>
                </a:solidFill>
              </a:defRPr>
            </a:lvl8pPr>
            <a:lvl9pPr algn="ctr">
              <a:buNone/>
              <a:defRPr sz="1350" b="1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62D42"/>
                </a:solidFill>
              </a:defRPr>
            </a:pP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05</a:t>
            </a:r>
            <a:b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350" b="1">
                <a:solidFill>
                  <a:srgbClr val="162D42"/>
                </a:solidFill>
                <a:latin typeface="Arial"/>
                <a:ea typeface="Arial"/>
                <a:cs typeface="Arial"/>
              </a:rPr>
              <a:t>Ansible + OIDC + Helm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68712-9A5D-49B0-9570-9B69A639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4337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25" b="1">
                <a:solidFill>
                  <a:srgbClr val="10243A"/>
                </a:solidFill>
              </a:defRPr>
            </a:defPPr>
            <a:lvl1pPr algn="l">
              <a:buNone/>
              <a:defRPr sz="1725" b="1">
                <a:solidFill>
                  <a:srgbClr val="10243A"/>
                </a:solidFill>
              </a:defRPr>
            </a:lvl1pPr>
            <a:lvl2pPr algn="l">
              <a:buNone/>
              <a:defRPr sz="1725" b="1">
                <a:solidFill>
                  <a:srgbClr val="10243A"/>
                </a:solidFill>
              </a:defRPr>
            </a:lvl2pPr>
            <a:lvl3pPr algn="l">
              <a:buNone/>
              <a:defRPr sz="1725" b="1">
                <a:solidFill>
                  <a:srgbClr val="10243A"/>
                </a:solidFill>
              </a:defRPr>
            </a:lvl3pPr>
            <a:lvl4pPr algn="l">
              <a:buNone/>
              <a:defRPr sz="1725" b="1">
                <a:solidFill>
                  <a:srgbClr val="10243A"/>
                </a:solidFill>
              </a:defRPr>
            </a:lvl4pPr>
            <a:lvl5pPr algn="l">
              <a:buNone/>
              <a:defRPr sz="1725" b="1">
                <a:solidFill>
                  <a:srgbClr val="10243A"/>
                </a:solidFill>
              </a:defRPr>
            </a:lvl5pPr>
            <a:lvl6pPr algn="l">
              <a:buNone/>
              <a:defRPr sz="1725" b="1">
                <a:solidFill>
                  <a:srgbClr val="10243A"/>
                </a:solidFill>
              </a:defRPr>
            </a:lvl6pPr>
            <a:lvl7pPr algn="l">
              <a:buNone/>
              <a:defRPr sz="1725" b="1">
                <a:solidFill>
                  <a:srgbClr val="10243A"/>
                </a:solidFill>
              </a:defRPr>
            </a:lvl7pPr>
            <a:lvl8pPr algn="l">
              <a:buNone/>
              <a:defRPr sz="1725" b="1">
                <a:solidFill>
                  <a:srgbClr val="10243A"/>
                </a:solidFill>
              </a:defRPr>
            </a:lvl8pPr>
            <a:lvl9pPr algn="l">
              <a:buNone/>
              <a:defRPr sz="1725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10243A"/>
                </a:solidFill>
              </a:defRPr>
            </a:pPr>
            <a:r>
              <a:rPr sz="172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CD serializado: comprueba KMS, TLS, Vault y EKS antes de entregar los secretos.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80B03-57FC-4292-9F7E-CBC59FD7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530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0">
                <a:solidFill>
                  <a:srgbClr val="162D42"/>
                </a:solidFill>
              </a:defRPr>
            </a:defPPr>
            <a:lvl1pPr algn="l">
              <a:buNone/>
              <a:defRPr sz="1575" b="0">
                <a:solidFill>
                  <a:srgbClr val="162D42"/>
                </a:solidFill>
              </a:defRPr>
            </a:lvl1pPr>
            <a:lvl2pPr algn="l">
              <a:buNone/>
              <a:defRPr sz="1575" b="0">
                <a:solidFill>
                  <a:srgbClr val="162D42"/>
                </a:solidFill>
              </a:defRPr>
            </a:lvl2pPr>
            <a:lvl3pPr algn="l">
              <a:buNone/>
              <a:defRPr sz="1575" b="0">
                <a:solidFill>
                  <a:srgbClr val="162D42"/>
                </a:solidFill>
              </a:defRPr>
            </a:lvl3pPr>
            <a:lvl4pPr algn="l">
              <a:buNone/>
              <a:defRPr sz="1575" b="0">
                <a:solidFill>
                  <a:srgbClr val="162D42"/>
                </a:solidFill>
              </a:defRPr>
            </a:lvl4pPr>
            <a:lvl5pPr algn="l">
              <a:buNone/>
              <a:defRPr sz="1575" b="0">
                <a:solidFill>
                  <a:srgbClr val="162D42"/>
                </a:solidFill>
              </a:defRPr>
            </a:lvl5pPr>
            <a:lvl6pPr algn="l">
              <a:buNone/>
              <a:defRPr sz="1575" b="0">
                <a:solidFill>
                  <a:srgbClr val="162D42"/>
                </a:solidFill>
              </a:defRPr>
            </a:lvl6pPr>
            <a:lvl7pPr algn="l">
              <a:buNone/>
              <a:defRPr sz="1575" b="0">
                <a:solidFill>
                  <a:srgbClr val="162D42"/>
                </a:solidFill>
              </a:defRPr>
            </a:lvl7pPr>
            <a:lvl8pPr algn="l">
              <a:buNone/>
              <a:defRPr sz="1575" b="0">
                <a:solidFill>
                  <a:srgbClr val="162D42"/>
                </a:solidFill>
              </a:defRPr>
            </a:lvl8pPr>
            <a:lvl9pPr algn="l">
              <a:buNone/>
              <a:defRPr sz="1575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D42"/>
                </a:solidFill>
              </a:defRPr>
            </a:pP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Después: migración y smoke de login, catálogo y checkout. Si falla, conserva la custodia PostgreSQL y aplica la recuperación de release.</a:t>
            </a:r>
          </a:p>
        </p:txBody>
      </p:sp>
    </p:spTree>
    <p:extLst>
      <p:ext uri="{BB962C8B-B14F-4D97-AF65-F5344CB8AC3E}">
        <p14:creationId xmlns:p14="http://schemas.microsoft.com/office/powerpoint/2010/main" val="19041409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7E65E7-E8A1-4562-B268-80216B9B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850" b="1">
                <a:solidFill>
                  <a:srgbClr val="10243A"/>
                </a:solidFill>
              </a:defRPr>
            </a:defPPr>
            <a:lvl1pPr algn="l">
              <a:buNone/>
              <a:defRPr sz="2850" b="1">
                <a:solidFill>
                  <a:srgbClr val="10243A"/>
                </a:solidFill>
              </a:defRPr>
            </a:lvl1pPr>
            <a:lvl2pPr algn="l">
              <a:buNone/>
              <a:defRPr sz="2850" b="1">
                <a:solidFill>
                  <a:srgbClr val="10243A"/>
                </a:solidFill>
              </a:defRPr>
            </a:lvl2pPr>
            <a:lvl3pPr algn="l">
              <a:buNone/>
              <a:defRPr sz="2850" b="1">
                <a:solidFill>
                  <a:srgbClr val="10243A"/>
                </a:solidFill>
              </a:defRPr>
            </a:lvl3pPr>
            <a:lvl4pPr algn="l">
              <a:buNone/>
              <a:defRPr sz="2850" b="1">
                <a:solidFill>
                  <a:srgbClr val="10243A"/>
                </a:solidFill>
              </a:defRPr>
            </a:lvl4pPr>
            <a:lvl5pPr algn="l">
              <a:buNone/>
              <a:defRPr sz="2850" b="1">
                <a:solidFill>
                  <a:srgbClr val="10243A"/>
                </a:solidFill>
              </a:defRPr>
            </a:lvl5pPr>
            <a:lvl6pPr algn="l">
              <a:buNone/>
              <a:defRPr sz="2850" b="1">
                <a:solidFill>
                  <a:srgbClr val="10243A"/>
                </a:solidFill>
              </a:defRPr>
            </a:lvl6pPr>
            <a:lvl7pPr algn="l">
              <a:buNone/>
              <a:defRPr sz="2850" b="1">
                <a:solidFill>
                  <a:srgbClr val="10243A"/>
                </a:solidFill>
              </a:defRPr>
            </a:lvl7pPr>
            <a:lvl8pPr algn="l">
              <a:buNone/>
              <a:defRPr sz="2850" b="1">
                <a:solidFill>
                  <a:srgbClr val="10243A"/>
                </a:solidFill>
              </a:defRPr>
            </a:lvl8pPr>
            <a:lvl9pPr algn="l">
              <a:buNone/>
              <a:defRPr sz="28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0243A"/>
                </a:solidFill>
              </a:defRPr>
            </a:pPr>
            <a:r>
              <a:rPr sz="28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UI y accesibilidad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07309-A65F-49CF-B436-F4D030AE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5F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97A6F-9159-42D1-A6F3-4C1C13E4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275" b="0">
                <a:solidFill>
                  <a:srgbClr val="4A6071"/>
                </a:solidFill>
              </a:defRPr>
            </a:defPPr>
            <a:lvl1pPr algn="r">
              <a:buNone/>
              <a:defRPr sz="1275" b="0">
                <a:solidFill>
                  <a:srgbClr val="4A6071"/>
                </a:solidFill>
              </a:defRPr>
            </a:lvl1pPr>
            <a:lvl2pPr algn="r">
              <a:buNone/>
              <a:defRPr sz="1275" b="0">
                <a:solidFill>
                  <a:srgbClr val="4A6071"/>
                </a:solidFill>
              </a:defRPr>
            </a:lvl2pPr>
            <a:lvl3pPr algn="r">
              <a:buNone/>
              <a:defRPr sz="1275" b="0">
                <a:solidFill>
                  <a:srgbClr val="4A6071"/>
                </a:solidFill>
              </a:defRPr>
            </a:lvl3pPr>
            <a:lvl4pPr algn="r">
              <a:buNone/>
              <a:defRPr sz="1275" b="0">
                <a:solidFill>
                  <a:srgbClr val="4A6071"/>
                </a:solidFill>
              </a:defRPr>
            </a:lvl4pPr>
            <a:lvl5pPr algn="r">
              <a:buNone/>
              <a:defRPr sz="1275" b="0">
                <a:solidFill>
                  <a:srgbClr val="4A6071"/>
                </a:solidFill>
              </a:defRPr>
            </a:lvl5pPr>
            <a:lvl6pPr algn="r">
              <a:buNone/>
              <a:defRPr sz="1275" b="0">
                <a:solidFill>
                  <a:srgbClr val="4A6071"/>
                </a:solidFill>
              </a:defRPr>
            </a:lvl6pPr>
            <a:lvl7pPr algn="r">
              <a:buNone/>
              <a:defRPr sz="1275" b="0">
                <a:solidFill>
                  <a:srgbClr val="4A6071"/>
                </a:solidFill>
              </a:defRPr>
            </a:lvl7pPr>
            <a:lvl8pPr algn="r">
              <a:buNone/>
              <a:defRPr sz="1275" b="0">
                <a:solidFill>
                  <a:srgbClr val="4A6071"/>
                </a:solidFill>
              </a:defRPr>
            </a:lvl8pPr>
            <a:lvl9pPr algn="r">
              <a:buNone/>
              <a:defRPr sz="127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4A6071"/>
                </a:solidFill>
              </a:defRPr>
            </a:pPr>
            <a:r>
              <a:rPr sz="127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10880-AD10-481E-992C-DCA73CC8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33575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145F91"/>
                </a:solidFill>
              </a:defRPr>
            </a:defPPr>
            <a:lvl1pPr algn="l">
              <a:buNone/>
              <a:defRPr sz="2025" b="1">
                <a:solidFill>
                  <a:srgbClr val="145F91"/>
                </a:solidFill>
              </a:defRPr>
            </a:lvl1pPr>
            <a:lvl2pPr algn="l">
              <a:buNone/>
              <a:defRPr sz="2025" b="1">
                <a:solidFill>
                  <a:srgbClr val="145F91"/>
                </a:solidFill>
              </a:defRPr>
            </a:lvl2pPr>
            <a:lvl3pPr algn="l">
              <a:buNone/>
              <a:defRPr sz="2025" b="1">
                <a:solidFill>
                  <a:srgbClr val="145F91"/>
                </a:solidFill>
              </a:defRPr>
            </a:lvl3pPr>
            <a:lvl4pPr algn="l">
              <a:buNone/>
              <a:defRPr sz="2025" b="1">
                <a:solidFill>
                  <a:srgbClr val="145F91"/>
                </a:solidFill>
              </a:defRPr>
            </a:lvl4pPr>
            <a:lvl5pPr algn="l">
              <a:buNone/>
              <a:defRPr sz="2025" b="1">
                <a:solidFill>
                  <a:srgbClr val="145F91"/>
                </a:solidFill>
              </a:defRPr>
            </a:lvl5pPr>
            <a:lvl6pPr algn="l">
              <a:buNone/>
              <a:defRPr sz="2025" b="1">
                <a:solidFill>
                  <a:srgbClr val="145F91"/>
                </a:solidFill>
              </a:defRPr>
            </a:lvl6pPr>
            <a:lvl7pPr algn="l">
              <a:buNone/>
              <a:defRPr sz="2025" b="1">
                <a:solidFill>
                  <a:srgbClr val="145F91"/>
                </a:solidFill>
              </a:defRPr>
            </a:lvl7pPr>
            <a:lvl8pPr algn="l">
              <a:buNone/>
              <a:defRPr sz="2025" b="1">
                <a:solidFill>
                  <a:srgbClr val="145F91"/>
                </a:solidFill>
              </a:defRPr>
            </a:lvl8pPr>
            <a:lvl9pPr algn="l">
              <a:buNone/>
              <a:defRPr sz="2025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45F91"/>
                </a:solidFill>
              </a:defRPr>
            </a:pPr>
            <a:r>
              <a:rPr sz="2025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Vault 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C62C2-4FD3-482A-AFD7-7A5D0CFC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3286125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0">
                <a:solidFill>
                  <a:srgbClr val="162D42"/>
                </a:solidFill>
              </a:defRPr>
            </a:defPPr>
            <a:lvl1pPr algn="l">
              <a:buNone/>
              <a:defRPr sz="1575" b="0">
                <a:solidFill>
                  <a:srgbClr val="162D42"/>
                </a:solidFill>
              </a:defRPr>
            </a:lvl1pPr>
            <a:lvl2pPr algn="l">
              <a:buNone/>
              <a:defRPr sz="1575" b="0">
                <a:solidFill>
                  <a:srgbClr val="162D42"/>
                </a:solidFill>
              </a:defRPr>
            </a:lvl2pPr>
            <a:lvl3pPr algn="l">
              <a:buNone/>
              <a:defRPr sz="1575" b="0">
                <a:solidFill>
                  <a:srgbClr val="162D42"/>
                </a:solidFill>
              </a:defRPr>
            </a:lvl3pPr>
            <a:lvl4pPr algn="l">
              <a:buNone/>
              <a:defRPr sz="1575" b="0">
                <a:solidFill>
                  <a:srgbClr val="162D42"/>
                </a:solidFill>
              </a:defRPr>
            </a:lvl4pPr>
            <a:lvl5pPr algn="l">
              <a:buNone/>
              <a:defRPr sz="1575" b="0">
                <a:solidFill>
                  <a:srgbClr val="162D42"/>
                </a:solidFill>
              </a:defRPr>
            </a:lvl5pPr>
            <a:lvl6pPr algn="l">
              <a:buNone/>
              <a:defRPr sz="1575" b="0">
                <a:solidFill>
                  <a:srgbClr val="162D42"/>
                </a:solidFill>
              </a:defRPr>
            </a:lvl6pPr>
            <a:lvl7pPr algn="l">
              <a:buNone/>
              <a:defRPr sz="1575" b="0">
                <a:solidFill>
                  <a:srgbClr val="162D42"/>
                </a:solidFill>
              </a:defRPr>
            </a:lvl7pPr>
            <a:lvl8pPr algn="l">
              <a:buNone/>
              <a:defRPr sz="1575" b="0">
                <a:solidFill>
                  <a:srgbClr val="162D42"/>
                </a:solidFill>
              </a:defRPr>
            </a:lvl8pPr>
            <a:lvl9pPr algn="l">
              <a:buNone/>
              <a:defRPr sz="1575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D42"/>
                </a:solidFill>
              </a:defRPr>
            </a:pP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Acceso por túnel SSM y certificado TLS. Se requiere evidencia remota de navegación KV sin mostrar valores.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49517-C070-469E-A9BC-003FAF0C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1847850"/>
            <a:ext cx="0" cy="3343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B0ED6-072D-4173-8801-34ADEB1D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33575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145F91"/>
                </a:solidFill>
              </a:defRPr>
            </a:defPPr>
            <a:lvl1pPr algn="l">
              <a:buNone/>
              <a:defRPr sz="2025" b="1">
                <a:solidFill>
                  <a:srgbClr val="145F91"/>
                </a:solidFill>
              </a:defRPr>
            </a:lvl1pPr>
            <a:lvl2pPr algn="l">
              <a:buNone/>
              <a:defRPr sz="2025" b="1">
                <a:solidFill>
                  <a:srgbClr val="145F91"/>
                </a:solidFill>
              </a:defRPr>
            </a:lvl2pPr>
            <a:lvl3pPr algn="l">
              <a:buNone/>
              <a:defRPr sz="2025" b="1">
                <a:solidFill>
                  <a:srgbClr val="145F91"/>
                </a:solidFill>
              </a:defRPr>
            </a:lvl3pPr>
            <a:lvl4pPr algn="l">
              <a:buNone/>
              <a:defRPr sz="2025" b="1">
                <a:solidFill>
                  <a:srgbClr val="145F91"/>
                </a:solidFill>
              </a:defRPr>
            </a:lvl4pPr>
            <a:lvl5pPr algn="l">
              <a:buNone/>
              <a:defRPr sz="2025" b="1">
                <a:solidFill>
                  <a:srgbClr val="145F91"/>
                </a:solidFill>
              </a:defRPr>
            </a:lvl5pPr>
            <a:lvl6pPr algn="l">
              <a:buNone/>
              <a:defRPr sz="2025" b="1">
                <a:solidFill>
                  <a:srgbClr val="145F91"/>
                </a:solidFill>
              </a:defRPr>
            </a:lvl6pPr>
            <a:lvl7pPr algn="l">
              <a:buNone/>
              <a:defRPr sz="2025" b="1">
                <a:solidFill>
                  <a:srgbClr val="145F91"/>
                </a:solidFill>
              </a:defRPr>
            </a:lvl7pPr>
            <a:lvl8pPr algn="l">
              <a:buNone/>
              <a:defRPr sz="2025" b="1">
                <a:solidFill>
                  <a:srgbClr val="145F91"/>
                </a:solidFill>
              </a:defRPr>
            </a:lvl8pPr>
            <a:lvl9pPr algn="l">
              <a:buNone/>
              <a:defRPr sz="2025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45F91"/>
                </a:solidFill>
              </a:defRPr>
            </a:pPr>
            <a:r>
              <a:rPr sz="2025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Panel de operaciones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9DF329-D7FB-4B36-B062-DBAAE17D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24150"/>
            <a:ext cx="3286125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0">
                <a:solidFill>
                  <a:srgbClr val="162D42"/>
                </a:solidFill>
              </a:defRPr>
            </a:defPPr>
            <a:lvl1pPr algn="l">
              <a:buNone/>
              <a:defRPr sz="1575" b="0">
                <a:solidFill>
                  <a:srgbClr val="162D42"/>
                </a:solidFill>
              </a:defRPr>
            </a:lvl1pPr>
            <a:lvl2pPr algn="l">
              <a:buNone/>
              <a:defRPr sz="1575" b="0">
                <a:solidFill>
                  <a:srgbClr val="162D42"/>
                </a:solidFill>
              </a:defRPr>
            </a:lvl2pPr>
            <a:lvl3pPr algn="l">
              <a:buNone/>
              <a:defRPr sz="1575" b="0">
                <a:solidFill>
                  <a:srgbClr val="162D42"/>
                </a:solidFill>
              </a:defRPr>
            </a:lvl3pPr>
            <a:lvl4pPr algn="l">
              <a:buNone/>
              <a:defRPr sz="1575" b="0">
                <a:solidFill>
                  <a:srgbClr val="162D42"/>
                </a:solidFill>
              </a:defRPr>
            </a:lvl4pPr>
            <a:lvl5pPr algn="l">
              <a:buNone/>
              <a:defRPr sz="1575" b="0">
                <a:solidFill>
                  <a:srgbClr val="162D42"/>
                </a:solidFill>
              </a:defRPr>
            </a:lvl5pPr>
            <a:lvl6pPr algn="l">
              <a:buNone/>
              <a:defRPr sz="1575" b="0">
                <a:solidFill>
                  <a:srgbClr val="162D42"/>
                </a:solidFill>
              </a:defRPr>
            </a:lvl6pPr>
            <a:lvl7pPr algn="l">
              <a:buNone/>
              <a:defRPr sz="1575" b="0">
                <a:solidFill>
                  <a:srgbClr val="162D42"/>
                </a:solidFill>
              </a:defRPr>
            </a:lvl7pPr>
            <a:lvl8pPr algn="l">
              <a:buNone/>
              <a:defRPr sz="1575" b="0">
                <a:solidFill>
                  <a:srgbClr val="162D42"/>
                </a:solidFill>
              </a:defRPr>
            </a:lvl8pPr>
            <a:lvl9pPr algn="l">
              <a:buNone/>
              <a:defRPr sz="1575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D42"/>
                </a:solidFill>
              </a:defRPr>
            </a:pP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/admin/vault muestra salud y antigüedad. /admin/ansible muestra tareas, filtros, pausa y descarga sanitizada.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03FD9A-30C6-44AD-BDB6-8DDA8CE7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47850"/>
            <a:ext cx="0" cy="3343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4514B-EDFD-4C1A-A87D-E448137E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33575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145F91"/>
                </a:solidFill>
              </a:defRPr>
            </a:defPPr>
            <a:lvl1pPr algn="l">
              <a:buNone/>
              <a:defRPr sz="2025" b="1">
                <a:solidFill>
                  <a:srgbClr val="145F91"/>
                </a:solidFill>
              </a:defRPr>
            </a:lvl1pPr>
            <a:lvl2pPr algn="l">
              <a:buNone/>
              <a:defRPr sz="2025" b="1">
                <a:solidFill>
                  <a:srgbClr val="145F91"/>
                </a:solidFill>
              </a:defRPr>
            </a:lvl2pPr>
            <a:lvl3pPr algn="l">
              <a:buNone/>
              <a:defRPr sz="2025" b="1">
                <a:solidFill>
                  <a:srgbClr val="145F91"/>
                </a:solidFill>
              </a:defRPr>
            </a:lvl3pPr>
            <a:lvl4pPr algn="l">
              <a:buNone/>
              <a:defRPr sz="2025" b="1">
                <a:solidFill>
                  <a:srgbClr val="145F91"/>
                </a:solidFill>
              </a:defRPr>
            </a:lvl4pPr>
            <a:lvl5pPr algn="l">
              <a:buNone/>
              <a:defRPr sz="2025" b="1">
                <a:solidFill>
                  <a:srgbClr val="145F91"/>
                </a:solidFill>
              </a:defRPr>
            </a:lvl5pPr>
            <a:lvl6pPr algn="l">
              <a:buNone/>
              <a:defRPr sz="2025" b="1">
                <a:solidFill>
                  <a:srgbClr val="145F91"/>
                </a:solidFill>
              </a:defRPr>
            </a:lvl6pPr>
            <a:lvl7pPr algn="l">
              <a:buNone/>
              <a:defRPr sz="2025" b="1">
                <a:solidFill>
                  <a:srgbClr val="145F91"/>
                </a:solidFill>
              </a:defRPr>
            </a:lvl7pPr>
            <a:lvl8pPr algn="l">
              <a:buNone/>
              <a:defRPr sz="2025" b="1">
                <a:solidFill>
                  <a:srgbClr val="145F91"/>
                </a:solidFill>
              </a:defRPr>
            </a:lvl8pPr>
            <a:lvl9pPr algn="l">
              <a:buNone/>
              <a:defRPr sz="2025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45F91"/>
                </a:solidFill>
              </a:defRPr>
            </a:pPr>
            <a:r>
              <a:rPr sz="2025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Patrones accesibles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FD518-FA15-4E3A-9F71-330F3BD0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24150"/>
            <a:ext cx="3286125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0">
                <a:solidFill>
                  <a:srgbClr val="162D42"/>
                </a:solidFill>
              </a:defRPr>
            </a:defPPr>
            <a:lvl1pPr algn="l">
              <a:buNone/>
              <a:defRPr sz="1575" b="0">
                <a:solidFill>
                  <a:srgbClr val="162D42"/>
                </a:solidFill>
              </a:defRPr>
            </a:lvl1pPr>
            <a:lvl2pPr algn="l">
              <a:buNone/>
              <a:defRPr sz="1575" b="0">
                <a:solidFill>
                  <a:srgbClr val="162D42"/>
                </a:solidFill>
              </a:defRPr>
            </a:lvl2pPr>
            <a:lvl3pPr algn="l">
              <a:buNone/>
              <a:defRPr sz="1575" b="0">
                <a:solidFill>
                  <a:srgbClr val="162D42"/>
                </a:solidFill>
              </a:defRPr>
            </a:lvl3pPr>
            <a:lvl4pPr algn="l">
              <a:buNone/>
              <a:defRPr sz="1575" b="0">
                <a:solidFill>
                  <a:srgbClr val="162D42"/>
                </a:solidFill>
              </a:defRPr>
            </a:lvl4pPr>
            <a:lvl5pPr algn="l">
              <a:buNone/>
              <a:defRPr sz="1575" b="0">
                <a:solidFill>
                  <a:srgbClr val="162D42"/>
                </a:solidFill>
              </a:defRPr>
            </a:lvl5pPr>
            <a:lvl6pPr algn="l">
              <a:buNone/>
              <a:defRPr sz="1575" b="0">
                <a:solidFill>
                  <a:srgbClr val="162D42"/>
                </a:solidFill>
              </a:defRPr>
            </a:lvl6pPr>
            <a:lvl7pPr algn="l">
              <a:buNone/>
              <a:defRPr sz="1575" b="0">
                <a:solidFill>
                  <a:srgbClr val="162D42"/>
                </a:solidFill>
              </a:defRPr>
            </a:lvl7pPr>
            <a:lvl8pPr algn="l">
              <a:buNone/>
              <a:defRPr sz="1575" b="0">
                <a:solidFill>
                  <a:srgbClr val="162D42"/>
                </a:solidFill>
              </a:defRPr>
            </a:lvl8pPr>
            <a:lvl9pPr algn="l">
              <a:buNone/>
              <a:defRPr sz="1575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D42"/>
                </a:solidFill>
              </a:defRPr>
            </a:pP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Navegación con etiqueta, formularios con label, roles de estado y alerta, consola con nombre y foco por teclado.</a:t>
            </a:r>
          </a:p>
        </p:txBody>
      </p:sp>
    </p:spTree>
    <p:extLst>
      <p:ext uri="{BB962C8B-B14F-4D97-AF65-F5344CB8AC3E}">
        <p14:creationId xmlns:p14="http://schemas.microsoft.com/office/powerpoint/2010/main" val="4741133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5E7EBA-1E44-44F5-9C50-0E00B8B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850" b="1">
                <a:solidFill>
                  <a:srgbClr val="10243A"/>
                </a:solidFill>
              </a:defRPr>
            </a:defPPr>
            <a:lvl1pPr algn="l">
              <a:buNone/>
              <a:defRPr sz="2850" b="1">
                <a:solidFill>
                  <a:srgbClr val="10243A"/>
                </a:solidFill>
              </a:defRPr>
            </a:lvl1pPr>
            <a:lvl2pPr algn="l">
              <a:buNone/>
              <a:defRPr sz="2850" b="1">
                <a:solidFill>
                  <a:srgbClr val="10243A"/>
                </a:solidFill>
              </a:defRPr>
            </a:lvl2pPr>
            <a:lvl3pPr algn="l">
              <a:buNone/>
              <a:defRPr sz="2850" b="1">
                <a:solidFill>
                  <a:srgbClr val="10243A"/>
                </a:solidFill>
              </a:defRPr>
            </a:lvl3pPr>
            <a:lvl4pPr algn="l">
              <a:buNone/>
              <a:defRPr sz="2850" b="1">
                <a:solidFill>
                  <a:srgbClr val="10243A"/>
                </a:solidFill>
              </a:defRPr>
            </a:lvl4pPr>
            <a:lvl5pPr algn="l">
              <a:buNone/>
              <a:defRPr sz="2850" b="1">
                <a:solidFill>
                  <a:srgbClr val="10243A"/>
                </a:solidFill>
              </a:defRPr>
            </a:lvl5pPr>
            <a:lvl6pPr algn="l">
              <a:buNone/>
              <a:defRPr sz="2850" b="1">
                <a:solidFill>
                  <a:srgbClr val="10243A"/>
                </a:solidFill>
              </a:defRPr>
            </a:lvl6pPr>
            <a:lvl7pPr algn="l">
              <a:buNone/>
              <a:defRPr sz="2850" b="1">
                <a:solidFill>
                  <a:srgbClr val="10243A"/>
                </a:solidFill>
              </a:defRPr>
            </a:lvl7pPr>
            <a:lvl8pPr algn="l">
              <a:buNone/>
              <a:defRPr sz="2850" b="1">
                <a:solidFill>
                  <a:srgbClr val="10243A"/>
                </a:solidFill>
              </a:defRPr>
            </a:lvl8pPr>
            <a:lvl9pPr algn="l">
              <a:buNone/>
              <a:defRPr sz="28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0243A"/>
                </a:solidFill>
              </a:defRPr>
            </a:pPr>
            <a:r>
              <a:rPr sz="28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Mapa de documentación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B619B-758B-4EDD-931B-EC5CCAE0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5F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FCEF6-EEC7-40BB-B7B5-75E0F588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275" b="0">
                <a:solidFill>
                  <a:srgbClr val="4A6071"/>
                </a:solidFill>
              </a:defRPr>
            </a:defPPr>
            <a:lvl1pPr algn="r">
              <a:buNone/>
              <a:defRPr sz="1275" b="0">
                <a:solidFill>
                  <a:srgbClr val="4A6071"/>
                </a:solidFill>
              </a:defRPr>
            </a:lvl1pPr>
            <a:lvl2pPr algn="r">
              <a:buNone/>
              <a:defRPr sz="1275" b="0">
                <a:solidFill>
                  <a:srgbClr val="4A6071"/>
                </a:solidFill>
              </a:defRPr>
            </a:lvl2pPr>
            <a:lvl3pPr algn="r">
              <a:buNone/>
              <a:defRPr sz="1275" b="0">
                <a:solidFill>
                  <a:srgbClr val="4A6071"/>
                </a:solidFill>
              </a:defRPr>
            </a:lvl3pPr>
            <a:lvl4pPr algn="r">
              <a:buNone/>
              <a:defRPr sz="1275" b="0">
                <a:solidFill>
                  <a:srgbClr val="4A6071"/>
                </a:solidFill>
              </a:defRPr>
            </a:lvl4pPr>
            <a:lvl5pPr algn="r">
              <a:buNone/>
              <a:defRPr sz="1275" b="0">
                <a:solidFill>
                  <a:srgbClr val="4A6071"/>
                </a:solidFill>
              </a:defRPr>
            </a:lvl5pPr>
            <a:lvl6pPr algn="r">
              <a:buNone/>
              <a:defRPr sz="1275" b="0">
                <a:solidFill>
                  <a:srgbClr val="4A6071"/>
                </a:solidFill>
              </a:defRPr>
            </a:lvl6pPr>
            <a:lvl7pPr algn="r">
              <a:buNone/>
              <a:defRPr sz="1275" b="0">
                <a:solidFill>
                  <a:srgbClr val="4A6071"/>
                </a:solidFill>
              </a:defRPr>
            </a:lvl7pPr>
            <a:lvl8pPr algn="r">
              <a:buNone/>
              <a:defRPr sz="1275" b="0">
                <a:solidFill>
                  <a:srgbClr val="4A6071"/>
                </a:solidFill>
              </a:defRPr>
            </a:lvl8pPr>
            <a:lvl9pPr algn="r">
              <a:buNone/>
              <a:defRPr sz="127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4A6071"/>
                </a:solidFill>
              </a:defRPr>
            </a:pPr>
            <a:r>
              <a:rPr sz="127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85026-BA22-4003-90BF-E0E92334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145F91"/>
                </a:solidFill>
              </a:defRPr>
            </a:defPPr>
            <a:lvl1pPr algn="l">
              <a:buNone/>
              <a:defRPr sz="2100" b="1">
                <a:solidFill>
                  <a:srgbClr val="145F91"/>
                </a:solidFill>
              </a:defRPr>
            </a:lvl1pPr>
            <a:lvl2pPr algn="l">
              <a:buNone/>
              <a:defRPr sz="2100" b="1">
                <a:solidFill>
                  <a:srgbClr val="145F91"/>
                </a:solidFill>
              </a:defRPr>
            </a:lvl2pPr>
            <a:lvl3pPr algn="l">
              <a:buNone/>
              <a:defRPr sz="2100" b="1">
                <a:solidFill>
                  <a:srgbClr val="145F91"/>
                </a:solidFill>
              </a:defRPr>
            </a:lvl3pPr>
            <a:lvl4pPr algn="l">
              <a:buNone/>
              <a:defRPr sz="2100" b="1">
                <a:solidFill>
                  <a:srgbClr val="145F91"/>
                </a:solidFill>
              </a:defRPr>
            </a:lvl4pPr>
            <a:lvl5pPr algn="l">
              <a:buNone/>
              <a:defRPr sz="2100" b="1">
                <a:solidFill>
                  <a:srgbClr val="145F91"/>
                </a:solidFill>
              </a:defRPr>
            </a:lvl5pPr>
            <a:lvl6pPr algn="l">
              <a:buNone/>
              <a:defRPr sz="2100" b="1">
                <a:solidFill>
                  <a:srgbClr val="145F91"/>
                </a:solidFill>
              </a:defRPr>
            </a:lvl6pPr>
            <a:lvl7pPr algn="l">
              <a:buNone/>
              <a:defRPr sz="2100" b="1">
                <a:solidFill>
                  <a:srgbClr val="145F91"/>
                </a:solidFill>
              </a:defRPr>
            </a:lvl7pPr>
            <a:lvl8pPr algn="l">
              <a:buNone/>
              <a:defRPr sz="2100" b="1">
                <a:solidFill>
                  <a:srgbClr val="145F91"/>
                </a:solidFill>
              </a:defRPr>
            </a:lvl8pPr>
            <a:lvl9pPr algn="l">
              <a:buNone/>
              <a:defRPr sz="2100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45F91"/>
                </a:solidFill>
              </a:defRPr>
            </a:pPr>
            <a:r>
              <a:rPr sz="2100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Operación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B242A-ECA2-4105-80CE-3F4EB6CE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2385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0">
                <a:solidFill>
                  <a:srgbClr val="162D42"/>
                </a:solidFill>
              </a:defRPr>
            </a:defPPr>
            <a:lvl1pPr algn="l">
              <a:buNone/>
              <a:defRPr sz="1575" b="0">
                <a:solidFill>
                  <a:srgbClr val="162D42"/>
                </a:solidFill>
              </a:defRPr>
            </a:lvl1pPr>
            <a:lvl2pPr algn="l">
              <a:buNone/>
              <a:defRPr sz="1575" b="0">
                <a:solidFill>
                  <a:srgbClr val="162D42"/>
                </a:solidFill>
              </a:defRPr>
            </a:lvl2pPr>
            <a:lvl3pPr algn="l">
              <a:buNone/>
              <a:defRPr sz="1575" b="0">
                <a:solidFill>
                  <a:srgbClr val="162D42"/>
                </a:solidFill>
              </a:defRPr>
            </a:lvl3pPr>
            <a:lvl4pPr algn="l">
              <a:buNone/>
              <a:defRPr sz="1575" b="0">
                <a:solidFill>
                  <a:srgbClr val="162D42"/>
                </a:solidFill>
              </a:defRPr>
            </a:lvl4pPr>
            <a:lvl5pPr algn="l">
              <a:buNone/>
              <a:defRPr sz="1575" b="0">
                <a:solidFill>
                  <a:srgbClr val="162D42"/>
                </a:solidFill>
              </a:defRPr>
            </a:lvl5pPr>
            <a:lvl6pPr algn="l">
              <a:buNone/>
              <a:defRPr sz="1575" b="0">
                <a:solidFill>
                  <a:srgbClr val="162D42"/>
                </a:solidFill>
              </a:defRPr>
            </a:lvl6pPr>
            <a:lvl7pPr algn="l">
              <a:buNone/>
              <a:defRPr sz="1575" b="0">
                <a:solidFill>
                  <a:srgbClr val="162D42"/>
                </a:solidFill>
              </a:defRPr>
            </a:lvl7pPr>
            <a:lvl8pPr algn="l">
              <a:buNone/>
              <a:defRPr sz="1575" b="0">
                <a:solidFill>
                  <a:srgbClr val="162D42"/>
                </a:solidFill>
              </a:defRPr>
            </a:lvl8pPr>
            <a:lvl9pPr algn="l">
              <a:buNone/>
              <a:defRPr sz="1575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D42"/>
                </a:solidFill>
              </a:defRPr>
            </a:pP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ansible/README.md</a:t>
            </a: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docs/vault-lab.md</a:t>
            </a: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docs/admin-operations.md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A86D7-6F25-4724-A6C0-EDFDD779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1762125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205EC-3EDA-480D-B415-E29D42AF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669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145F91"/>
                </a:solidFill>
              </a:defRPr>
            </a:defPPr>
            <a:lvl1pPr algn="l">
              <a:buNone/>
              <a:defRPr sz="2100" b="1">
                <a:solidFill>
                  <a:srgbClr val="145F91"/>
                </a:solidFill>
              </a:defRPr>
            </a:lvl1pPr>
            <a:lvl2pPr algn="l">
              <a:buNone/>
              <a:defRPr sz="2100" b="1">
                <a:solidFill>
                  <a:srgbClr val="145F91"/>
                </a:solidFill>
              </a:defRPr>
            </a:lvl2pPr>
            <a:lvl3pPr algn="l">
              <a:buNone/>
              <a:defRPr sz="2100" b="1">
                <a:solidFill>
                  <a:srgbClr val="145F91"/>
                </a:solidFill>
              </a:defRPr>
            </a:lvl3pPr>
            <a:lvl4pPr algn="l">
              <a:buNone/>
              <a:defRPr sz="2100" b="1">
                <a:solidFill>
                  <a:srgbClr val="145F91"/>
                </a:solidFill>
              </a:defRPr>
            </a:lvl4pPr>
            <a:lvl5pPr algn="l">
              <a:buNone/>
              <a:defRPr sz="2100" b="1">
                <a:solidFill>
                  <a:srgbClr val="145F91"/>
                </a:solidFill>
              </a:defRPr>
            </a:lvl5pPr>
            <a:lvl6pPr algn="l">
              <a:buNone/>
              <a:defRPr sz="2100" b="1">
                <a:solidFill>
                  <a:srgbClr val="145F91"/>
                </a:solidFill>
              </a:defRPr>
            </a:lvl6pPr>
            <a:lvl7pPr algn="l">
              <a:buNone/>
              <a:defRPr sz="2100" b="1">
                <a:solidFill>
                  <a:srgbClr val="145F91"/>
                </a:solidFill>
              </a:defRPr>
            </a:lvl7pPr>
            <a:lvl8pPr algn="l">
              <a:buNone/>
              <a:defRPr sz="2100" b="1">
                <a:solidFill>
                  <a:srgbClr val="145F91"/>
                </a:solidFill>
              </a:defRPr>
            </a:lvl8pPr>
            <a:lvl9pPr algn="l">
              <a:buNone/>
              <a:defRPr sz="2100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45F91"/>
                </a:solidFill>
              </a:defRPr>
            </a:pPr>
            <a:r>
              <a:rPr sz="2100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Despliegue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861BA-19B8-4694-9F69-A5AB49E9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67000"/>
            <a:ext cx="32385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0">
                <a:solidFill>
                  <a:srgbClr val="162D42"/>
                </a:solidFill>
              </a:defRPr>
            </a:defPPr>
            <a:lvl1pPr algn="l">
              <a:buNone/>
              <a:defRPr sz="1575" b="0">
                <a:solidFill>
                  <a:srgbClr val="162D42"/>
                </a:solidFill>
              </a:defRPr>
            </a:lvl1pPr>
            <a:lvl2pPr algn="l">
              <a:buNone/>
              <a:defRPr sz="1575" b="0">
                <a:solidFill>
                  <a:srgbClr val="162D42"/>
                </a:solidFill>
              </a:defRPr>
            </a:lvl2pPr>
            <a:lvl3pPr algn="l">
              <a:buNone/>
              <a:defRPr sz="1575" b="0">
                <a:solidFill>
                  <a:srgbClr val="162D42"/>
                </a:solidFill>
              </a:defRPr>
            </a:lvl3pPr>
            <a:lvl4pPr algn="l">
              <a:buNone/>
              <a:defRPr sz="1575" b="0">
                <a:solidFill>
                  <a:srgbClr val="162D42"/>
                </a:solidFill>
              </a:defRPr>
            </a:lvl4pPr>
            <a:lvl5pPr algn="l">
              <a:buNone/>
              <a:defRPr sz="1575" b="0">
                <a:solidFill>
                  <a:srgbClr val="162D42"/>
                </a:solidFill>
              </a:defRPr>
            </a:lvl5pPr>
            <a:lvl6pPr algn="l">
              <a:buNone/>
              <a:defRPr sz="1575" b="0">
                <a:solidFill>
                  <a:srgbClr val="162D42"/>
                </a:solidFill>
              </a:defRPr>
            </a:lvl6pPr>
            <a:lvl7pPr algn="l">
              <a:buNone/>
              <a:defRPr sz="1575" b="0">
                <a:solidFill>
                  <a:srgbClr val="162D42"/>
                </a:solidFill>
              </a:defRPr>
            </a:lvl7pPr>
            <a:lvl8pPr algn="l">
              <a:buNone/>
              <a:defRPr sz="1575" b="0">
                <a:solidFill>
                  <a:srgbClr val="162D42"/>
                </a:solidFill>
              </a:defRPr>
            </a:lvl8pPr>
            <a:lvl9pPr algn="l">
              <a:buNone/>
              <a:defRPr sz="1575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D42"/>
                </a:solidFill>
              </a:defRPr>
            </a:pP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terraform/aws/README.md</a:t>
            </a: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helm-chart/README.md</a:t>
            </a: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docs/aws-automatic-deployment.md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E5844-8264-4C95-ADB2-B06FD0F7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62125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79A01-6E9A-4198-86F3-3E5FFF25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669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00" b="1">
                <a:solidFill>
                  <a:srgbClr val="145F91"/>
                </a:solidFill>
              </a:defRPr>
            </a:defPPr>
            <a:lvl1pPr algn="l">
              <a:buNone/>
              <a:defRPr sz="2100" b="1">
                <a:solidFill>
                  <a:srgbClr val="145F91"/>
                </a:solidFill>
              </a:defRPr>
            </a:lvl1pPr>
            <a:lvl2pPr algn="l">
              <a:buNone/>
              <a:defRPr sz="2100" b="1">
                <a:solidFill>
                  <a:srgbClr val="145F91"/>
                </a:solidFill>
              </a:defRPr>
            </a:lvl2pPr>
            <a:lvl3pPr algn="l">
              <a:buNone/>
              <a:defRPr sz="2100" b="1">
                <a:solidFill>
                  <a:srgbClr val="145F91"/>
                </a:solidFill>
              </a:defRPr>
            </a:lvl3pPr>
            <a:lvl4pPr algn="l">
              <a:buNone/>
              <a:defRPr sz="2100" b="1">
                <a:solidFill>
                  <a:srgbClr val="145F91"/>
                </a:solidFill>
              </a:defRPr>
            </a:lvl4pPr>
            <a:lvl5pPr algn="l">
              <a:buNone/>
              <a:defRPr sz="2100" b="1">
                <a:solidFill>
                  <a:srgbClr val="145F91"/>
                </a:solidFill>
              </a:defRPr>
            </a:lvl5pPr>
            <a:lvl6pPr algn="l">
              <a:buNone/>
              <a:defRPr sz="2100" b="1">
                <a:solidFill>
                  <a:srgbClr val="145F91"/>
                </a:solidFill>
              </a:defRPr>
            </a:lvl6pPr>
            <a:lvl7pPr algn="l">
              <a:buNone/>
              <a:defRPr sz="2100" b="1">
                <a:solidFill>
                  <a:srgbClr val="145F91"/>
                </a:solidFill>
              </a:defRPr>
            </a:lvl7pPr>
            <a:lvl8pPr algn="l">
              <a:buNone/>
              <a:defRPr sz="2100" b="1">
                <a:solidFill>
                  <a:srgbClr val="145F91"/>
                </a:solidFill>
              </a:defRPr>
            </a:lvl8pPr>
            <a:lvl9pPr algn="l">
              <a:buNone/>
              <a:defRPr sz="2100" b="1">
                <a:solidFill>
                  <a:srgbClr val="145F91"/>
                </a:solidFill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145F91"/>
                </a:solidFill>
              </a:defRPr>
            </a:pPr>
            <a:r>
              <a:rPr sz="2100" b="1">
                <a:solidFill>
                  <a:srgbClr val="145F91"/>
                </a:solidFill>
                <a:latin typeface="Arial"/>
                <a:ea typeface="Arial"/>
                <a:cs typeface="Arial"/>
              </a:rPr>
              <a:t>Evidencia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BCBCE-2745-4C73-B6C2-179F306B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67000"/>
            <a:ext cx="32385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0">
                <a:solidFill>
                  <a:srgbClr val="162D42"/>
                </a:solidFill>
              </a:defRPr>
            </a:defPPr>
            <a:lvl1pPr algn="l">
              <a:buNone/>
              <a:defRPr sz="1575" b="0">
                <a:solidFill>
                  <a:srgbClr val="162D42"/>
                </a:solidFill>
              </a:defRPr>
            </a:lvl1pPr>
            <a:lvl2pPr algn="l">
              <a:buNone/>
              <a:defRPr sz="1575" b="0">
                <a:solidFill>
                  <a:srgbClr val="162D42"/>
                </a:solidFill>
              </a:defRPr>
            </a:lvl2pPr>
            <a:lvl3pPr algn="l">
              <a:buNone/>
              <a:defRPr sz="1575" b="0">
                <a:solidFill>
                  <a:srgbClr val="162D42"/>
                </a:solidFill>
              </a:defRPr>
            </a:lvl3pPr>
            <a:lvl4pPr algn="l">
              <a:buNone/>
              <a:defRPr sz="1575" b="0">
                <a:solidFill>
                  <a:srgbClr val="162D42"/>
                </a:solidFill>
              </a:defRPr>
            </a:lvl4pPr>
            <a:lvl5pPr algn="l">
              <a:buNone/>
              <a:defRPr sz="1575" b="0">
                <a:solidFill>
                  <a:srgbClr val="162D42"/>
                </a:solidFill>
              </a:defRPr>
            </a:lvl5pPr>
            <a:lvl6pPr algn="l">
              <a:buNone/>
              <a:defRPr sz="1575" b="0">
                <a:solidFill>
                  <a:srgbClr val="162D42"/>
                </a:solidFill>
              </a:defRPr>
            </a:lvl6pPr>
            <a:lvl7pPr algn="l">
              <a:buNone/>
              <a:defRPr sz="1575" b="0">
                <a:solidFill>
                  <a:srgbClr val="162D42"/>
                </a:solidFill>
              </a:defRPr>
            </a:lvl7pPr>
            <a:lvl8pPr algn="l">
              <a:buNone/>
              <a:defRPr sz="1575" b="0">
                <a:solidFill>
                  <a:srgbClr val="162D42"/>
                </a:solidFill>
              </a:defRPr>
            </a:lvl8pPr>
            <a:lvl9pPr algn="l">
              <a:buNone/>
              <a:defRPr sz="1575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62D42"/>
                </a:solidFill>
              </a:defRPr>
            </a:pP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docs/vault-evidence.md</a:t>
            </a: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docs/recovery-2026-10-20.md</a:t>
            </a: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b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</a:br>
            <a:r>
              <a:rPr sz="1575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docs/integration-verification-2026-10-13.md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A8646-4435-47DC-B971-4FACC251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425" b="0">
                <a:solidFill>
                  <a:srgbClr val="4A6071"/>
                </a:solidFill>
              </a:defRPr>
            </a:defPPr>
            <a:lvl1pPr algn="l">
              <a:buNone/>
              <a:defRPr sz="1425" b="0">
                <a:solidFill>
                  <a:srgbClr val="4A6071"/>
                </a:solidFill>
              </a:defRPr>
            </a:lvl1pPr>
            <a:lvl2pPr algn="l">
              <a:buNone/>
              <a:defRPr sz="1425" b="0">
                <a:solidFill>
                  <a:srgbClr val="4A6071"/>
                </a:solidFill>
              </a:defRPr>
            </a:lvl2pPr>
            <a:lvl3pPr algn="l">
              <a:buNone/>
              <a:defRPr sz="1425" b="0">
                <a:solidFill>
                  <a:srgbClr val="4A6071"/>
                </a:solidFill>
              </a:defRPr>
            </a:lvl3pPr>
            <a:lvl4pPr algn="l">
              <a:buNone/>
              <a:defRPr sz="1425" b="0">
                <a:solidFill>
                  <a:srgbClr val="4A6071"/>
                </a:solidFill>
              </a:defRPr>
            </a:lvl4pPr>
            <a:lvl5pPr algn="l">
              <a:buNone/>
              <a:defRPr sz="1425" b="0">
                <a:solidFill>
                  <a:srgbClr val="4A6071"/>
                </a:solidFill>
              </a:defRPr>
            </a:lvl5pPr>
            <a:lvl6pPr algn="l">
              <a:buNone/>
              <a:defRPr sz="1425" b="0">
                <a:solidFill>
                  <a:srgbClr val="4A6071"/>
                </a:solidFill>
              </a:defRPr>
            </a:lvl6pPr>
            <a:lvl7pPr algn="l">
              <a:buNone/>
              <a:defRPr sz="1425" b="0">
                <a:solidFill>
                  <a:srgbClr val="4A6071"/>
                </a:solidFill>
              </a:defRPr>
            </a:lvl7pPr>
            <a:lvl8pPr algn="l">
              <a:buNone/>
              <a:defRPr sz="1425" b="0">
                <a:solidFill>
                  <a:srgbClr val="4A6071"/>
                </a:solidFill>
              </a:defRPr>
            </a:lvl8pPr>
            <a:lvl9pPr algn="l">
              <a:buNone/>
              <a:defRPr sz="142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4A6071"/>
                </a:solidFill>
              </a:defRPr>
            </a:pPr>
            <a:r>
              <a:rPr sz="142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También: aws/README.md documenta ECS histórico y kustomize/README.md las variantes de manifiestos.</a:t>
            </a:r>
          </a:p>
        </p:txBody>
      </p:sp>
    </p:spTree>
    <p:extLst>
      <p:ext uri="{BB962C8B-B14F-4D97-AF65-F5344CB8AC3E}">
        <p14:creationId xmlns:p14="http://schemas.microsoft.com/office/powerpoint/2010/main" val="21316992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FA598B-5C4F-4C4E-884F-98F2F5A1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850" b="1">
                <a:solidFill>
                  <a:srgbClr val="10243A"/>
                </a:solidFill>
              </a:defRPr>
            </a:defPPr>
            <a:lvl1pPr algn="l">
              <a:buNone/>
              <a:defRPr sz="2850" b="1">
                <a:solidFill>
                  <a:srgbClr val="10243A"/>
                </a:solidFill>
              </a:defRPr>
            </a:lvl1pPr>
            <a:lvl2pPr algn="l">
              <a:buNone/>
              <a:defRPr sz="2850" b="1">
                <a:solidFill>
                  <a:srgbClr val="10243A"/>
                </a:solidFill>
              </a:defRPr>
            </a:lvl2pPr>
            <a:lvl3pPr algn="l">
              <a:buNone/>
              <a:defRPr sz="2850" b="1">
                <a:solidFill>
                  <a:srgbClr val="10243A"/>
                </a:solidFill>
              </a:defRPr>
            </a:lvl3pPr>
            <a:lvl4pPr algn="l">
              <a:buNone/>
              <a:defRPr sz="2850" b="1">
                <a:solidFill>
                  <a:srgbClr val="10243A"/>
                </a:solidFill>
              </a:defRPr>
            </a:lvl4pPr>
            <a:lvl5pPr algn="l">
              <a:buNone/>
              <a:defRPr sz="2850" b="1">
                <a:solidFill>
                  <a:srgbClr val="10243A"/>
                </a:solidFill>
              </a:defRPr>
            </a:lvl5pPr>
            <a:lvl6pPr algn="l">
              <a:buNone/>
              <a:defRPr sz="2850" b="1">
                <a:solidFill>
                  <a:srgbClr val="10243A"/>
                </a:solidFill>
              </a:defRPr>
            </a:lvl6pPr>
            <a:lvl7pPr algn="l">
              <a:buNone/>
              <a:defRPr sz="2850" b="1">
                <a:solidFill>
                  <a:srgbClr val="10243A"/>
                </a:solidFill>
              </a:defRPr>
            </a:lvl7pPr>
            <a:lvl8pPr algn="l">
              <a:buNone/>
              <a:defRPr sz="2850" b="1">
                <a:solidFill>
                  <a:srgbClr val="10243A"/>
                </a:solidFill>
              </a:defRPr>
            </a:lvl8pPr>
            <a:lvl9pPr algn="l">
              <a:buNone/>
              <a:defRPr sz="2850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10243A"/>
                </a:solidFill>
              </a:defRPr>
            </a:pPr>
            <a:r>
              <a:rPr sz="2850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Validaciones y alcance de la evidencia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A6169-CA68-464E-90E0-6CA4BAAF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5F9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DD1AA9-1B65-4C25-9519-583AC114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2935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275" b="0">
                <a:solidFill>
                  <a:srgbClr val="4A6071"/>
                </a:solidFill>
              </a:defRPr>
            </a:defPPr>
            <a:lvl1pPr algn="r">
              <a:buNone/>
              <a:defRPr sz="1275" b="0">
                <a:solidFill>
                  <a:srgbClr val="4A6071"/>
                </a:solidFill>
              </a:defRPr>
            </a:lvl1pPr>
            <a:lvl2pPr algn="r">
              <a:buNone/>
              <a:defRPr sz="1275" b="0">
                <a:solidFill>
                  <a:srgbClr val="4A6071"/>
                </a:solidFill>
              </a:defRPr>
            </a:lvl2pPr>
            <a:lvl3pPr algn="r">
              <a:buNone/>
              <a:defRPr sz="1275" b="0">
                <a:solidFill>
                  <a:srgbClr val="4A6071"/>
                </a:solidFill>
              </a:defRPr>
            </a:lvl3pPr>
            <a:lvl4pPr algn="r">
              <a:buNone/>
              <a:defRPr sz="1275" b="0">
                <a:solidFill>
                  <a:srgbClr val="4A6071"/>
                </a:solidFill>
              </a:defRPr>
            </a:lvl4pPr>
            <a:lvl5pPr algn="r">
              <a:buNone/>
              <a:defRPr sz="1275" b="0">
                <a:solidFill>
                  <a:srgbClr val="4A6071"/>
                </a:solidFill>
              </a:defRPr>
            </a:lvl5pPr>
            <a:lvl6pPr algn="r">
              <a:buNone/>
              <a:defRPr sz="1275" b="0">
                <a:solidFill>
                  <a:srgbClr val="4A6071"/>
                </a:solidFill>
              </a:defRPr>
            </a:lvl6pPr>
            <a:lvl7pPr algn="r">
              <a:buNone/>
              <a:defRPr sz="1275" b="0">
                <a:solidFill>
                  <a:srgbClr val="4A6071"/>
                </a:solidFill>
              </a:defRPr>
            </a:lvl7pPr>
            <a:lvl8pPr algn="r">
              <a:buNone/>
              <a:defRPr sz="1275" b="0">
                <a:solidFill>
                  <a:srgbClr val="4A6071"/>
                </a:solidFill>
              </a:defRPr>
            </a:lvl8pPr>
            <a:lvl9pPr algn="r">
              <a:buNone/>
              <a:defRPr sz="1275" b="0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4A6071"/>
                </a:solidFill>
              </a:defRPr>
            </a:pPr>
            <a:r>
              <a:rPr sz="1275" b="0">
                <a:solidFill>
                  <a:srgbClr val="4A607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1C87F-D10A-420F-BFE8-DDEBBBA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275" b="1">
                <a:solidFill>
                  <a:srgbClr val="4A6071"/>
                </a:solidFill>
              </a:defRPr>
            </a:defPPr>
            <a:lvl1pPr algn="l">
              <a:buNone/>
              <a:defRPr sz="1275" b="1">
                <a:solidFill>
                  <a:srgbClr val="4A6071"/>
                </a:solidFill>
              </a:defRPr>
            </a:lvl1pPr>
            <a:lvl2pPr algn="l">
              <a:buNone/>
              <a:defRPr sz="1275" b="1">
                <a:solidFill>
                  <a:srgbClr val="4A6071"/>
                </a:solidFill>
              </a:defRPr>
            </a:lvl2pPr>
            <a:lvl3pPr algn="l">
              <a:buNone/>
              <a:defRPr sz="1275" b="1">
                <a:solidFill>
                  <a:srgbClr val="4A6071"/>
                </a:solidFill>
              </a:defRPr>
            </a:lvl3pPr>
            <a:lvl4pPr algn="l">
              <a:buNone/>
              <a:defRPr sz="1275" b="1">
                <a:solidFill>
                  <a:srgbClr val="4A6071"/>
                </a:solidFill>
              </a:defRPr>
            </a:lvl4pPr>
            <a:lvl5pPr algn="l">
              <a:buNone/>
              <a:defRPr sz="1275" b="1">
                <a:solidFill>
                  <a:srgbClr val="4A6071"/>
                </a:solidFill>
              </a:defRPr>
            </a:lvl5pPr>
            <a:lvl6pPr algn="l">
              <a:buNone/>
              <a:defRPr sz="1275" b="1">
                <a:solidFill>
                  <a:srgbClr val="4A6071"/>
                </a:solidFill>
              </a:defRPr>
            </a:lvl6pPr>
            <a:lvl7pPr algn="l">
              <a:buNone/>
              <a:defRPr sz="1275" b="1">
                <a:solidFill>
                  <a:srgbClr val="4A6071"/>
                </a:solidFill>
              </a:defRPr>
            </a:lvl7pPr>
            <a:lvl8pPr algn="l">
              <a:buNone/>
              <a:defRPr sz="1275" b="1">
                <a:solidFill>
                  <a:srgbClr val="4A6071"/>
                </a:solidFill>
              </a:defRPr>
            </a:lvl8pPr>
            <a:lvl9pPr algn="l">
              <a:buNone/>
              <a:defRPr sz="1275" b="1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4A6071"/>
                </a:solidFill>
              </a:defRPr>
            </a:pPr>
            <a:r>
              <a:rPr sz="1275" b="1">
                <a:solidFill>
                  <a:srgbClr val="4A6071"/>
                </a:solidFill>
                <a:latin typeface="Arial"/>
                <a:ea typeface="Arial"/>
                <a:cs typeface="Arial"/>
              </a:rPr>
              <a:t>ÁREA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92F4D8-3A4E-4E7C-BCA6-2CDC1DCF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573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275" b="1">
                <a:solidFill>
                  <a:srgbClr val="4A6071"/>
                </a:solidFill>
              </a:defRPr>
            </a:defPPr>
            <a:lvl1pPr algn="l">
              <a:buNone/>
              <a:defRPr sz="1275" b="1">
                <a:solidFill>
                  <a:srgbClr val="4A6071"/>
                </a:solidFill>
              </a:defRPr>
            </a:lvl1pPr>
            <a:lvl2pPr algn="l">
              <a:buNone/>
              <a:defRPr sz="1275" b="1">
                <a:solidFill>
                  <a:srgbClr val="4A6071"/>
                </a:solidFill>
              </a:defRPr>
            </a:lvl2pPr>
            <a:lvl3pPr algn="l">
              <a:buNone/>
              <a:defRPr sz="1275" b="1">
                <a:solidFill>
                  <a:srgbClr val="4A6071"/>
                </a:solidFill>
              </a:defRPr>
            </a:lvl3pPr>
            <a:lvl4pPr algn="l">
              <a:buNone/>
              <a:defRPr sz="1275" b="1">
                <a:solidFill>
                  <a:srgbClr val="4A6071"/>
                </a:solidFill>
              </a:defRPr>
            </a:lvl4pPr>
            <a:lvl5pPr algn="l">
              <a:buNone/>
              <a:defRPr sz="1275" b="1">
                <a:solidFill>
                  <a:srgbClr val="4A6071"/>
                </a:solidFill>
              </a:defRPr>
            </a:lvl5pPr>
            <a:lvl6pPr algn="l">
              <a:buNone/>
              <a:defRPr sz="1275" b="1">
                <a:solidFill>
                  <a:srgbClr val="4A6071"/>
                </a:solidFill>
              </a:defRPr>
            </a:lvl6pPr>
            <a:lvl7pPr algn="l">
              <a:buNone/>
              <a:defRPr sz="1275" b="1">
                <a:solidFill>
                  <a:srgbClr val="4A6071"/>
                </a:solidFill>
              </a:defRPr>
            </a:lvl7pPr>
            <a:lvl8pPr algn="l">
              <a:buNone/>
              <a:defRPr sz="1275" b="1">
                <a:solidFill>
                  <a:srgbClr val="4A6071"/>
                </a:solidFill>
              </a:defRPr>
            </a:lvl8pPr>
            <a:lvl9pPr algn="l">
              <a:buNone/>
              <a:defRPr sz="1275" b="1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4A6071"/>
                </a:solidFill>
              </a:defRPr>
            </a:pPr>
            <a:r>
              <a:rPr sz="1275" b="1">
                <a:solidFill>
                  <a:srgbClr val="4A6071"/>
                </a:solidFill>
                <a:latin typeface="Arial"/>
                <a:ea typeface="Arial"/>
                <a:cs typeface="Arial"/>
              </a:rPr>
              <a:t>COMPROBACIÓN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69B57-0835-43CB-BD2C-33E6D783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57350"/>
            <a:ext cx="3381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275" b="1">
                <a:solidFill>
                  <a:srgbClr val="4A6071"/>
                </a:solidFill>
              </a:defRPr>
            </a:defPPr>
            <a:lvl1pPr algn="l">
              <a:buNone/>
              <a:defRPr sz="1275" b="1">
                <a:solidFill>
                  <a:srgbClr val="4A6071"/>
                </a:solidFill>
              </a:defRPr>
            </a:lvl1pPr>
            <a:lvl2pPr algn="l">
              <a:buNone/>
              <a:defRPr sz="1275" b="1">
                <a:solidFill>
                  <a:srgbClr val="4A6071"/>
                </a:solidFill>
              </a:defRPr>
            </a:lvl2pPr>
            <a:lvl3pPr algn="l">
              <a:buNone/>
              <a:defRPr sz="1275" b="1">
                <a:solidFill>
                  <a:srgbClr val="4A6071"/>
                </a:solidFill>
              </a:defRPr>
            </a:lvl3pPr>
            <a:lvl4pPr algn="l">
              <a:buNone/>
              <a:defRPr sz="1275" b="1">
                <a:solidFill>
                  <a:srgbClr val="4A6071"/>
                </a:solidFill>
              </a:defRPr>
            </a:lvl4pPr>
            <a:lvl5pPr algn="l">
              <a:buNone/>
              <a:defRPr sz="1275" b="1">
                <a:solidFill>
                  <a:srgbClr val="4A6071"/>
                </a:solidFill>
              </a:defRPr>
            </a:lvl5pPr>
            <a:lvl6pPr algn="l">
              <a:buNone/>
              <a:defRPr sz="1275" b="1">
                <a:solidFill>
                  <a:srgbClr val="4A6071"/>
                </a:solidFill>
              </a:defRPr>
            </a:lvl6pPr>
            <a:lvl7pPr algn="l">
              <a:buNone/>
              <a:defRPr sz="1275" b="1">
                <a:solidFill>
                  <a:srgbClr val="4A6071"/>
                </a:solidFill>
              </a:defRPr>
            </a:lvl7pPr>
            <a:lvl8pPr algn="l">
              <a:buNone/>
              <a:defRPr sz="1275" b="1">
                <a:solidFill>
                  <a:srgbClr val="4A6071"/>
                </a:solidFill>
              </a:defRPr>
            </a:lvl8pPr>
            <a:lvl9pPr algn="l">
              <a:buNone/>
              <a:defRPr sz="1275" b="1">
                <a:solidFill>
                  <a:srgbClr val="4A6071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4A6071"/>
                </a:solidFill>
              </a:defRPr>
            </a:pPr>
            <a:r>
              <a:rPr sz="1275" b="1">
                <a:solidFill>
                  <a:srgbClr val="4A6071"/>
                </a:solidFill>
                <a:latin typeface="Arial"/>
                <a:ea typeface="Arial"/>
                <a:cs typeface="Arial"/>
              </a:rPr>
              <a:t>ALCANCE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1C7DAF-6070-44D4-B56F-C58AD4C1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10715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5F9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5F766-467A-4070-BE4F-97F9D27A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</a:defRPr>
            </a:defPPr>
            <a:lvl1pPr algn="l">
              <a:buNone/>
              <a:defRPr sz="1575" b="1">
                <a:solidFill>
                  <a:srgbClr val="10243A"/>
                </a:solidFill>
              </a:defRPr>
            </a:lvl1pPr>
            <a:lvl2pPr algn="l">
              <a:buNone/>
              <a:defRPr sz="1575" b="1">
                <a:solidFill>
                  <a:srgbClr val="10243A"/>
                </a:solidFill>
              </a:defRPr>
            </a:lvl2pPr>
            <a:lvl3pPr algn="l">
              <a:buNone/>
              <a:defRPr sz="1575" b="1">
                <a:solidFill>
                  <a:srgbClr val="10243A"/>
                </a:solidFill>
              </a:defRPr>
            </a:lvl3pPr>
            <a:lvl4pPr algn="l">
              <a:buNone/>
              <a:defRPr sz="1575" b="1">
                <a:solidFill>
                  <a:srgbClr val="10243A"/>
                </a:solidFill>
              </a:defRPr>
            </a:lvl4pPr>
            <a:lvl5pPr algn="l">
              <a:buNone/>
              <a:defRPr sz="1575" b="1">
                <a:solidFill>
                  <a:srgbClr val="10243A"/>
                </a:solidFill>
              </a:defRPr>
            </a:lvl5pPr>
            <a:lvl6pPr algn="l">
              <a:buNone/>
              <a:defRPr sz="1575" b="1">
                <a:solidFill>
                  <a:srgbClr val="10243A"/>
                </a:solidFill>
              </a:defRPr>
            </a:lvl6pPr>
            <a:lvl7pPr algn="l">
              <a:buNone/>
              <a:defRPr sz="1575" b="1">
                <a:solidFill>
                  <a:srgbClr val="10243A"/>
                </a:solidFill>
              </a:defRPr>
            </a:lvl7pPr>
            <a:lvl8pPr algn="l">
              <a:buNone/>
              <a:defRPr sz="1575" b="1">
                <a:solidFill>
                  <a:srgbClr val="10243A"/>
                </a:solidFill>
              </a:defRPr>
            </a:lvl8pPr>
            <a:lvl9pPr algn="l">
              <a:buNone/>
              <a:defRPr sz="1575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Aplicación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190EC-99E1-46DA-9902-A0D59059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86000"/>
            <a:ext cx="457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162D42"/>
                </a:solidFill>
              </a:defRPr>
            </a:defPPr>
            <a:lvl1pPr algn="l">
              <a:buNone/>
              <a:defRPr sz="1500" b="0">
                <a:solidFill>
                  <a:srgbClr val="162D42"/>
                </a:solidFill>
              </a:defRPr>
            </a:lvl1pPr>
            <a:lvl2pPr algn="l">
              <a:buNone/>
              <a:defRPr sz="1500" b="0">
                <a:solidFill>
                  <a:srgbClr val="162D42"/>
                </a:solidFill>
              </a:defRPr>
            </a:lvl2pPr>
            <a:lvl3pPr algn="l">
              <a:buNone/>
              <a:defRPr sz="1500" b="0">
                <a:solidFill>
                  <a:srgbClr val="162D42"/>
                </a:solidFill>
              </a:defRPr>
            </a:lvl3pPr>
            <a:lvl4pPr algn="l">
              <a:buNone/>
              <a:defRPr sz="1500" b="0">
                <a:solidFill>
                  <a:srgbClr val="162D42"/>
                </a:solidFill>
              </a:defRPr>
            </a:lvl4pPr>
            <a:lvl5pPr algn="l">
              <a:buNone/>
              <a:defRPr sz="1500" b="0">
                <a:solidFill>
                  <a:srgbClr val="162D42"/>
                </a:solidFill>
              </a:defRPr>
            </a:lvl5pPr>
            <a:lvl6pPr algn="l">
              <a:buNone/>
              <a:defRPr sz="1500" b="0">
                <a:solidFill>
                  <a:srgbClr val="162D42"/>
                </a:solidFill>
              </a:defRPr>
            </a:lvl6pPr>
            <a:lvl7pPr algn="l">
              <a:buNone/>
              <a:defRPr sz="1500" b="0">
                <a:solidFill>
                  <a:srgbClr val="162D42"/>
                </a:solidFill>
              </a:defRPr>
            </a:lvl7pPr>
            <a:lvl8pPr algn="l">
              <a:buNone/>
              <a:defRPr sz="1500" b="0">
                <a:solidFill>
                  <a:srgbClr val="162D42"/>
                </a:solidFill>
              </a:defRPr>
            </a:lvl8pPr>
            <a:lvl9pPr algn="l">
              <a:buNone/>
              <a:defRPr sz="150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D42"/>
                </a:solidFill>
              </a:defRPr>
            </a:pPr>
            <a:r>
              <a:rPr sz="150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PostgreSQL, HTTP, persistencia y Go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DB3AF-C352-4DC0-998A-145773FC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86000"/>
            <a:ext cx="3381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162D42"/>
                </a:solidFill>
              </a:defRPr>
            </a:defPPr>
            <a:lvl1pPr algn="l">
              <a:buNone/>
              <a:defRPr sz="1500" b="0">
                <a:solidFill>
                  <a:srgbClr val="162D42"/>
                </a:solidFill>
              </a:defRPr>
            </a:lvl1pPr>
            <a:lvl2pPr algn="l">
              <a:buNone/>
              <a:defRPr sz="1500" b="0">
                <a:solidFill>
                  <a:srgbClr val="162D42"/>
                </a:solidFill>
              </a:defRPr>
            </a:lvl2pPr>
            <a:lvl3pPr algn="l">
              <a:buNone/>
              <a:defRPr sz="1500" b="0">
                <a:solidFill>
                  <a:srgbClr val="162D42"/>
                </a:solidFill>
              </a:defRPr>
            </a:lvl3pPr>
            <a:lvl4pPr algn="l">
              <a:buNone/>
              <a:defRPr sz="1500" b="0">
                <a:solidFill>
                  <a:srgbClr val="162D42"/>
                </a:solidFill>
              </a:defRPr>
            </a:lvl4pPr>
            <a:lvl5pPr algn="l">
              <a:buNone/>
              <a:defRPr sz="1500" b="0">
                <a:solidFill>
                  <a:srgbClr val="162D42"/>
                </a:solidFill>
              </a:defRPr>
            </a:lvl5pPr>
            <a:lvl6pPr algn="l">
              <a:buNone/>
              <a:defRPr sz="1500" b="0">
                <a:solidFill>
                  <a:srgbClr val="162D42"/>
                </a:solidFill>
              </a:defRPr>
            </a:lvl6pPr>
            <a:lvl7pPr algn="l">
              <a:buNone/>
              <a:defRPr sz="1500" b="0">
                <a:solidFill>
                  <a:srgbClr val="162D42"/>
                </a:solidFill>
              </a:defRPr>
            </a:lvl7pPr>
            <a:lvl8pPr algn="l">
              <a:buNone/>
              <a:defRPr sz="1500" b="0">
                <a:solidFill>
                  <a:srgbClr val="162D42"/>
                </a:solidFill>
              </a:defRPr>
            </a:lvl8pPr>
            <a:lvl9pPr algn="l">
              <a:buNone/>
              <a:defRPr sz="150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D42"/>
                </a:solidFill>
              </a:defRPr>
            </a:pPr>
            <a:r>
              <a:rPr sz="150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Pruebas locales documentadas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B2FEF1-3A40-4BB2-A82E-7E00D66D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10715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E5242-CF9C-4A42-9925-50044197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</a:defRPr>
            </a:defPPr>
            <a:lvl1pPr algn="l">
              <a:buNone/>
              <a:defRPr sz="1575" b="1">
                <a:solidFill>
                  <a:srgbClr val="10243A"/>
                </a:solidFill>
              </a:defRPr>
            </a:lvl1pPr>
            <a:lvl2pPr algn="l">
              <a:buNone/>
              <a:defRPr sz="1575" b="1">
                <a:solidFill>
                  <a:srgbClr val="10243A"/>
                </a:solidFill>
              </a:defRPr>
            </a:lvl2pPr>
            <a:lvl3pPr algn="l">
              <a:buNone/>
              <a:defRPr sz="1575" b="1">
                <a:solidFill>
                  <a:srgbClr val="10243A"/>
                </a:solidFill>
              </a:defRPr>
            </a:lvl3pPr>
            <a:lvl4pPr algn="l">
              <a:buNone/>
              <a:defRPr sz="1575" b="1">
                <a:solidFill>
                  <a:srgbClr val="10243A"/>
                </a:solidFill>
              </a:defRPr>
            </a:lvl4pPr>
            <a:lvl5pPr algn="l">
              <a:buNone/>
              <a:defRPr sz="1575" b="1">
                <a:solidFill>
                  <a:srgbClr val="10243A"/>
                </a:solidFill>
              </a:defRPr>
            </a:lvl5pPr>
            <a:lvl6pPr algn="l">
              <a:buNone/>
              <a:defRPr sz="1575" b="1">
                <a:solidFill>
                  <a:srgbClr val="10243A"/>
                </a:solidFill>
              </a:defRPr>
            </a:lvl6pPr>
            <a:lvl7pPr algn="l">
              <a:buNone/>
              <a:defRPr sz="1575" b="1">
                <a:solidFill>
                  <a:srgbClr val="10243A"/>
                </a:solidFill>
              </a:defRPr>
            </a:lvl7pPr>
            <a:lvl8pPr algn="l">
              <a:buNone/>
              <a:defRPr sz="1575" b="1">
                <a:solidFill>
                  <a:srgbClr val="10243A"/>
                </a:solidFill>
              </a:defRPr>
            </a:lvl8pPr>
            <a:lvl9pPr algn="l">
              <a:buNone/>
              <a:defRPr sz="1575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Vault y entrega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F02A0-C4DC-4E58-BE17-35F2C071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200400"/>
            <a:ext cx="457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162D42"/>
                </a:solidFill>
              </a:defRPr>
            </a:defPPr>
            <a:lvl1pPr algn="l">
              <a:buNone/>
              <a:defRPr sz="1500" b="0">
                <a:solidFill>
                  <a:srgbClr val="162D42"/>
                </a:solidFill>
              </a:defRPr>
            </a:lvl1pPr>
            <a:lvl2pPr algn="l">
              <a:buNone/>
              <a:defRPr sz="1500" b="0">
                <a:solidFill>
                  <a:srgbClr val="162D42"/>
                </a:solidFill>
              </a:defRPr>
            </a:lvl2pPr>
            <a:lvl3pPr algn="l">
              <a:buNone/>
              <a:defRPr sz="1500" b="0">
                <a:solidFill>
                  <a:srgbClr val="162D42"/>
                </a:solidFill>
              </a:defRPr>
            </a:lvl3pPr>
            <a:lvl4pPr algn="l">
              <a:buNone/>
              <a:defRPr sz="1500" b="0">
                <a:solidFill>
                  <a:srgbClr val="162D42"/>
                </a:solidFill>
              </a:defRPr>
            </a:lvl4pPr>
            <a:lvl5pPr algn="l">
              <a:buNone/>
              <a:defRPr sz="1500" b="0">
                <a:solidFill>
                  <a:srgbClr val="162D42"/>
                </a:solidFill>
              </a:defRPr>
            </a:lvl5pPr>
            <a:lvl6pPr algn="l">
              <a:buNone/>
              <a:defRPr sz="1500" b="0">
                <a:solidFill>
                  <a:srgbClr val="162D42"/>
                </a:solidFill>
              </a:defRPr>
            </a:lvl6pPr>
            <a:lvl7pPr algn="l">
              <a:buNone/>
              <a:defRPr sz="1500" b="0">
                <a:solidFill>
                  <a:srgbClr val="162D42"/>
                </a:solidFill>
              </a:defRPr>
            </a:lvl7pPr>
            <a:lvl8pPr algn="l">
              <a:buNone/>
              <a:defRPr sz="1500" b="0">
                <a:solidFill>
                  <a:srgbClr val="162D42"/>
                </a:solidFill>
              </a:defRPr>
            </a:lvl8pPr>
            <a:lvl9pPr algn="l">
              <a:buNone/>
              <a:defRPr sz="150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D42"/>
                </a:solidFill>
              </a:defRPr>
            </a:pPr>
            <a:r>
              <a:rPr sz="150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TLS/Raft, ACL, fallos, Helm y lint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FA835-6C9D-41EA-B334-25FEC89E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00400"/>
            <a:ext cx="3381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162D42"/>
                </a:solidFill>
              </a:defRPr>
            </a:defPPr>
            <a:lvl1pPr algn="l">
              <a:buNone/>
              <a:defRPr sz="1500" b="0">
                <a:solidFill>
                  <a:srgbClr val="162D42"/>
                </a:solidFill>
              </a:defRPr>
            </a:lvl1pPr>
            <a:lvl2pPr algn="l">
              <a:buNone/>
              <a:defRPr sz="1500" b="0">
                <a:solidFill>
                  <a:srgbClr val="162D42"/>
                </a:solidFill>
              </a:defRPr>
            </a:lvl2pPr>
            <a:lvl3pPr algn="l">
              <a:buNone/>
              <a:defRPr sz="1500" b="0">
                <a:solidFill>
                  <a:srgbClr val="162D42"/>
                </a:solidFill>
              </a:defRPr>
            </a:lvl3pPr>
            <a:lvl4pPr algn="l">
              <a:buNone/>
              <a:defRPr sz="1500" b="0">
                <a:solidFill>
                  <a:srgbClr val="162D42"/>
                </a:solidFill>
              </a:defRPr>
            </a:lvl4pPr>
            <a:lvl5pPr algn="l">
              <a:buNone/>
              <a:defRPr sz="1500" b="0">
                <a:solidFill>
                  <a:srgbClr val="162D42"/>
                </a:solidFill>
              </a:defRPr>
            </a:lvl5pPr>
            <a:lvl6pPr algn="l">
              <a:buNone/>
              <a:defRPr sz="1500" b="0">
                <a:solidFill>
                  <a:srgbClr val="162D42"/>
                </a:solidFill>
              </a:defRPr>
            </a:lvl6pPr>
            <a:lvl7pPr algn="l">
              <a:buNone/>
              <a:defRPr sz="1500" b="0">
                <a:solidFill>
                  <a:srgbClr val="162D42"/>
                </a:solidFill>
              </a:defRPr>
            </a:lvl7pPr>
            <a:lvl8pPr algn="l">
              <a:buNone/>
              <a:defRPr sz="1500" b="0">
                <a:solidFill>
                  <a:srgbClr val="162D42"/>
                </a:solidFill>
              </a:defRPr>
            </a:lvl8pPr>
            <a:lvl9pPr algn="l">
              <a:buNone/>
              <a:defRPr sz="150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D42"/>
                </a:solidFill>
              </a:defRPr>
            </a:pPr>
            <a:r>
              <a:rPr sz="150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29/29 suite Linux reportada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5E4F2-2230-4944-94BD-90B06C72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715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72768-72D6-4AA1-B914-84FD4DD0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</a:defRPr>
            </a:defPPr>
            <a:lvl1pPr algn="l">
              <a:buNone/>
              <a:defRPr sz="1575" b="1">
                <a:solidFill>
                  <a:srgbClr val="10243A"/>
                </a:solidFill>
              </a:defRPr>
            </a:lvl1pPr>
            <a:lvl2pPr algn="l">
              <a:buNone/>
              <a:defRPr sz="1575" b="1">
                <a:solidFill>
                  <a:srgbClr val="10243A"/>
                </a:solidFill>
              </a:defRPr>
            </a:lvl2pPr>
            <a:lvl3pPr algn="l">
              <a:buNone/>
              <a:defRPr sz="1575" b="1">
                <a:solidFill>
                  <a:srgbClr val="10243A"/>
                </a:solidFill>
              </a:defRPr>
            </a:lvl3pPr>
            <a:lvl4pPr algn="l">
              <a:buNone/>
              <a:defRPr sz="1575" b="1">
                <a:solidFill>
                  <a:srgbClr val="10243A"/>
                </a:solidFill>
              </a:defRPr>
            </a:lvl4pPr>
            <a:lvl5pPr algn="l">
              <a:buNone/>
              <a:defRPr sz="1575" b="1">
                <a:solidFill>
                  <a:srgbClr val="10243A"/>
                </a:solidFill>
              </a:defRPr>
            </a:lvl5pPr>
            <a:lvl6pPr algn="l">
              <a:buNone/>
              <a:defRPr sz="1575" b="1">
                <a:solidFill>
                  <a:srgbClr val="10243A"/>
                </a:solidFill>
              </a:defRPr>
            </a:lvl6pPr>
            <a:lvl7pPr algn="l">
              <a:buNone/>
              <a:defRPr sz="1575" b="1">
                <a:solidFill>
                  <a:srgbClr val="10243A"/>
                </a:solidFill>
              </a:defRPr>
            </a:lvl7pPr>
            <a:lvl8pPr algn="l">
              <a:buNone/>
              <a:defRPr sz="1575" b="1">
                <a:solidFill>
                  <a:srgbClr val="10243A"/>
                </a:solidFill>
              </a:defRPr>
            </a:lvl8pPr>
            <a:lvl9pPr algn="l">
              <a:buNone/>
              <a:defRPr sz="1575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UI de operaciones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F4FC08-6F94-4175-85F4-20BFDD4E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114800"/>
            <a:ext cx="457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162D42"/>
                </a:solidFill>
              </a:defRPr>
            </a:defPPr>
            <a:lvl1pPr algn="l">
              <a:buNone/>
              <a:defRPr sz="1500" b="0">
                <a:solidFill>
                  <a:srgbClr val="162D42"/>
                </a:solidFill>
              </a:defRPr>
            </a:lvl1pPr>
            <a:lvl2pPr algn="l">
              <a:buNone/>
              <a:defRPr sz="1500" b="0">
                <a:solidFill>
                  <a:srgbClr val="162D42"/>
                </a:solidFill>
              </a:defRPr>
            </a:lvl2pPr>
            <a:lvl3pPr algn="l">
              <a:buNone/>
              <a:defRPr sz="1500" b="0">
                <a:solidFill>
                  <a:srgbClr val="162D42"/>
                </a:solidFill>
              </a:defRPr>
            </a:lvl3pPr>
            <a:lvl4pPr algn="l">
              <a:buNone/>
              <a:defRPr sz="1500" b="0">
                <a:solidFill>
                  <a:srgbClr val="162D42"/>
                </a:solidFill>
              </a:defRPr>
            </a:lvl4pPr>
            <a:lvl5pPr algn="l">
              <a:buNone/>
              <a:defRPr sz="1500" b="0">
                <a:solidFill>
                  <a:srgbClr val="162D42"/>
                </a:solidFill>
              </a:defRPr>
            </a:lvl5pPr>
            <a:lvl6pPr algn="l">
              <a:buNone/>
              <a:defRPr sz="1500" b="0">
                <a:solidFill>
                  <a:srgbClr val="162D42"/>
                </a:solidFill>
              </a:defRPr>
            </a:lvl6pPr>
            <a:lvl7pPr algn="l">
              <a:buNone/>
              <a:defRPr sz="1500" b="0">
                <a:solidFill>
                  <a:srgbClr val="162D42"/>
                </a:solidFill>
              </a:defRPr>
            </a:lvl7pPr>
            <a:lvl8pPr algn="l">
              <a:buNone/>
              <a:defRPr sz="1500" b="0">
                <a:solidFill>
                  <a:srgbClr val="162D42"/>
                </a:solidFill>
              </a:defRPr>
            </a:lvl8pPr>
            <a:lvl9pPr algn="l">
              <a:buNone/>
              <a:defRPr sz="150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D42"/>
                </a:solidFill>
              </a:defRPr>
            </a:pPr>
            <a:r>
              <a:rPr sz="150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Navegador escritorio/móvil y colector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194327-279C-4338-B67E-261441CD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381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162D42"/>
                </a:solidFill>
              </a:defRPr>
            </a:defPPr>
            <a:lvl1pPr algn="l">
              <a:buNone/>
              <a:defRPr sz="1500" b="0">
                <a:solidFill>
                  <a:srgbClr val="162D42"/>
                </a:solidFill>
              </a:defRPr>
            </a:lvl1pPr>
            <a:lvl2pPr algn="l">
              <a:buNone/>
              <a:defRPr sz="1500" b="0">
                <a:solidFill>
                  <a:srgbClr val="162D42"/>
                </a:solidFill>
              </a:defRPr>
            </a:lvl2pPr>
            <a:lvl3pPr algn="l">
              <a:buNone/>
              <a:defRPr sz="1500" b="0">
                <a:solidFill>
                  <a:srgbClr val="162D42"/>
                </a:solidFill>
              </a:defRPr>
            </a:lvl3pPr>
            <a:lvl4pPr algn="l">
              <a:buNone/>
              <a:defRPr sz="1500" b="0">
                <a:solidFill>
                  <a:srgbClr val="162D42"/>
                </a:solidFill>
              </a:defRPr>
            </a:lvl4pPr>
            <a:lvl5pPr algn="l">
              <a:buNone/>
              <a:defRPr sz="1500" b="0">
                <a:solidFill>
                  <a:srgbClr val="162D42"/>
                </a:solidFill>
              </a:defRPr>
            </a:lvl5pPr>
            <a:lvl6pPr algn="l">
              <a:buNone/>
              <a:defRPr sz="1500" b="0">
                <a:solidFill>
                  <a:srgbClr val="162D42"/>
                </a:solidFill>
              </a:defRPr>
            </a:lvl6pPr>
            <a:lvl7pPr algn="l">
              <a:buNone/>
              <a:defRPr sz="1500" b="0">
                <a:solidFill>
                  <a:srgbClr val="162D42"/>
                </a:solidFill>
              </a:defRPr>
            </a:lvl7pPr>
            <a:lvl8pPr algn="l">
              <a:buNone/>
              <a:defRPr sz="1500" b="0">
                <a:solidFill>
                  <a:srgbClr val="162D42"/>
                </a:solidFill>
              </a:defRPr>
            </a:lvl8pPr>
            <a:lvl9pPr algn="l">
              <a:buNone/>
              <a:defRPr sz="150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D42"/>
                </a:solidFill>
              </a:defRPr>
            </a:pPr>
            <a:r>
              <a:rPr sz="150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Local; Ansible localhost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B8B8BB-AE6B-4D8B-BF91-8A7A9A02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10715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C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56B9DC-948D-414C-AE04-EDE0E25D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75" b="1">
                <a:solidFill>
                  <a:srgbClr val="10243A"/>
                </a:solidFill>
              </a:defRPr>
            </a:defPPr>
            <a:lvl1pPr algn="l">
              <a:buNone/>
              <a:defRPr sz="1575" b="1">
                <a:solidFill>
                  <a:srgbClr val="10243A"/>
                </a:solidFill>
              </a:defRPr>
            </a:lvl1pPr>
            <a:lvl2pPr algn="l">
              <a:buNone/>
              <a:defRPr sz="1575" b="1">
                <a:solidFill>
                  <a:srgbClr val="10243A"/>
                </a:solidFill>
              </a:defRPr>
            </a:lvl2pPr>
            <a:lvl3pPr algn="l">
              <a:buNone/>
              <a:defRPr sz="1575" b="1">
                <a:solidFill>
                  <a:srgbClr val="10243A"/>
                </a:solidFill>
              </a:defRPr>
            </a:lvl3pPr>
            <a:lvl4pPr algn="l">
              <a:buNone/>
              <a:defRPr sz="1575" b="1">
                <a:solidFill>
                  <a:srgbClr val="10243A"/>
                </a:solidFill>
              </a:defRPr>
            </a:lvl4pPr>
            <a:lvl5pPr algn="l">
              <a:buNone/>
              <a:defRPr sz="1575" b="1">
                <a:solidFill>
                  <a:srgbClr val="10243A"/>
                </a:solidFill>
              </a:defRPr>
            </a:lvl5pPr>
            <a:lvl6pPr algn="l">
              <a:buNone/>
              <a:defRPr sz="1575" b="1">
                <a:solidFill>
                  <a:srgbClr val="10243A"/>
                </a:solidFill>
              </a:defRPr>
            </a:lvl6pPr>
            <a:lvl7pPr algn="l">
              <a:buNone/>
              <a:defRPr sz="1575" b="1">
                <a:solidFill>
                  <a:srgbClr val="10243A"/>
                </a:solidFill>
              </a:defRPr>
            </a:lvl7pPr>
            <a:lvl8pPr algn="l">
              <a:buNone/>
              <a:defRPr sz="1575" b="1">
                <a:solidFill>
                  <a:srgbClr val="10243A"/>
                </a:solidFill>
              </a:defRPr>
            </a:lvl8pPr>
            <a:lvl9pPr algn="l">
              <a:buNone/>
              <a:defRPr sz="1575" b="1">
                <a:solidFill>
                  <a:srgbClr val="10243A"/>
                </a:solidFill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0243A"/>
                </a:solidFill>
              </a:defRPr>
            </a:pPr>
            <a:r>
              <a:rPr sz="1575" b="1">
                <a:solidFill>
                  <a:srgbClr val="10243A"/>
                </a:solidFill>
                <a:latin typeface="Arial"/>
                <a:ea typeface="Arial"/>
                <a:cs typeface="Arial"/>
              </a:rPr>
              <a:t>AWS real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B65D69-DFC3-4EB6-ADB8-3CF8906C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5029200"/>
            <a:ext cx="457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162D42"/>
                </a:solidFill>
              </a:defRPr>
            </a:defPPr>
            <a:lvl1pPr algn="l">
              <a:buNone/>
              <a:defRPr sz="1500" b="0">
                <a:solidFill>
                  <a:srgbClr val="162D42"/>
                </a:solidFill>
              </a:defRPr>
            </a:lvl1pPr>
            <a:lvl2pPr algn="l">
              <a:buNone/>
              <a:defRPr sz="1500" b="0">
                <a:solidFill>
                  <a:srgbClr val="162D42"/>
                </a:solidFill>
              </a:defRPr>
            </a:lvl2pPr>
            <a:lvl3pPr algn="l">
              <a:buNone/>
              <a:defRPr sz="1500" b="0">
                <a:solidFill>
                  <a:srgbClr val="162D42"/>
                </a:solidFill>
              </a:defRPr>
            </a:lvl3pPr>
            <a:lvl4pPr algn="l">
              <a:buNone/>
              <a:defRPr sz="1500" b="0">
                <a:solidFill>
                  <a:srgbClr val="162D42"/>
                </a:solidFill>
              </a:defRPr>
            </a:lvl4pPr>
            <a:lvl5pPr algn="l">
              <a:buNone/>
              <a:defRPr sz="1500" b="0">
                <a:solidFill>
                  <a:srgbClr val="162D42"/>
                </a:solidFill>
              </a:defRPr>
            </a:lvl5pPr>
            <a:lvl6pPr algn="l">
              <a:buNone/>
              <a:defRPr sz="1500" b="0">
                <a:solidFill>
                  <a:srgbClr val="162D42"/>
                </a:solidFill>
              </a:defRPr>
            </a:lvl6pPr>
            <a:lvl7pPr algn="l">
              <a:buNone/>
              <a:defRPr sz="1500" b="0">
                <a:solidFill>
                  <a:srgbClr val="162D42"/>
                </a:solidFill>
              </a:defRPr>
            </a:lvl7pPr>
            <a:lvl8pPr algn="l">
              <a:buNone/>
              <a:defRPr sz="1500" b="0">
                <a:solidFill>
                  <a:srgbClr val="162D42"/>
                </a:solidFill>
              </a:defRPr>
            </a:lvl8pPr>
            <a:lvl9pPr algn="l">
              <a:buNone/>
              <a:defRPr sz="1500" b="0">
                <a:solidFill>
                  <a:srgbClr val="162D42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62D42"/>
                </a:solidFill>
              </a:defRPr>
            </a:pPr>
            <a:r>
              <a:rPr sz="1500" b="0">
                <a:solidFill>
                  <a:srgbClr val="162D42"/>
                </a:solidFill>
                <a:latin typeface="Arial"/>
                <a:ea typeface="Arial"/>
                <a:cs typeface="Arial"/>
              </a:rPr>
              <a:t>SSM, OIDC, EKS, smoke y rollback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238A9E-823E-4F92-9392-AE07B4F5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29200"/>
            <a:ext cx="3381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500" b="0">
                <a:solidFill>
                  <a:srgbClr val="9B5C00"/>
                </a:solidFill>
              </a:defRPr>
            </a:defPPr>
            <a:lvl1pPr algn="l">
              <a:buNone/>
              <a:defRPr sz="1500" b="0">
                <a:solidFill>
                  <a:srgbClr val="9B5C00"/>
                </a:solidFill>
              </a:defRPr>
            </a:lvl1pPr>
            <a:lvl2pPr algn="l">
              <a:buNone/>
              <a:defRPr sz="1500" b="0">
                <a:solidFill>
                  <a:srgbClr val="9B5C00"/>
                </a:solidFill>
              </a:defRPr>
            </a:lvl2pPr>
            <a:lvl3pPr algn="l">
              <a:buNone/>
              <a:defRPr sz="1500" b="0">
                <a:solidFill>
                  <a:srgbClr val="9B5C00"/>
                </a:solidFill>
              </a:defRPr>
            </a:lvl3pPr>
            <a:lvl4pPr algn="l">
              <a:buNone/>
              <a:defRPr sz="1500" b="0">
                <a:solidFill>
                  <a:srgbClr val="9B5C00"/>
                </a:solidFill>
              </a:defRPr>
            </a:lvl4pPr>
            <a:lvl5pPr algn="l">
              <a:buNone/>
              <a:defRPr sz="1500" b="0">
                <a:solidFill>
                  <a:srgbClr val="9B5C00"/>
                </a:solidFill>
              </a:defRPr>
            </a:lvl5pPr>
            <a:lvl6pPr algn="l">
              <a:buNone/>
              <a:defRPr sz="1500" b="0">
                <a:solidFill>
                  <a:srgbClr val="9B5C00"/>
                </a:solidFill>
              </a:defRPr>
            </a:lvl6pPr>
            <a:lvl7pPr algn="l">
              <a:buNone/>
              <a:defRPr sz="1500" b="0">
                <a:solidFill>
                  <a:srgbClr val="9B5C00"/>
                </a:solidFill>
              </a:defRPr>
            </a:lvl7pPr>
            <a:lvl8pPr algn="l">
              <a:buNone/>
              <a:defRPr sz="1500" b="0">
                <a:solidFill>
                  <a:srgbClr val="9B5C00"/>
                </a:solidFill>
              </a:defRPr>
            </a:lvl8pPr>
            <a:lvl9pPr algn="l">
              <a:buNone/>
              <a:defRPr sz="1500" b="0">
                <a:solidFill>
                  <a:srgbClr val="9B5C00"/>
                </a:solidFill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B5C00"/>
                </a:solidFill>
              </a:defRPr>
            </a:pPr>
            <a:r>
              <a:rPr sz="1500" b="0">
                <a:solidFill>
                  <a:srgbClr val="9B5C00"/>
                </a:solidFill>
                <a:latin typeface="Arial"/>
                <a:ea typeface="Arial"/>
                <a:cs typeface="Arial"/>
              </a:rPr>
              <a:t>Evidencia remota pendiente</a:t>
            </a:r>
          </a:p>
        </p:txBody>
      </p:sp>
    </p:spTree>
    <p:extLst>
      <p:ext uri="{BB962C8B-B14F-4D97-AF65-F5344CB8AC3E}">
        <p14:creationId xmlns:p14="http://schemas.microsoft.com/office/powerpoint/2010/main" val="9731675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2026-10-20T18:40:33.6080000Z</dcterms:created>
  <dcterms:modified xsi:type="dcterms:W3CDTF">2026-10-20T18:40:33.6080000Z</dcterms:modified>
</coreProperties>
</file>