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fdd293a9a749f3" /><Relationship Type="http://schemas.openxmlformats.org/officeDocument/2006/relationships/extended-properties" Target="/docProps/app.xml" Id="R88185fc6141548b0" /><Relationship Type="http://schemas.openxmlformats.org/officeDocument/2006/relationships/officeDocument" Target="/ppt/presentation.xml" Id="Rf3257829dcf545fd" /></Relationships>
</file>

<file path=ppt/presentation.xml><?xml version="1.0" encoding="utf-8"?>
<p:presentation xmlns:p="http://schemas.openxmlformats.org/presentationml/2006/main">
  <p:sldMasterIdLst>
    <p:sldMasterId xmlns:r="http://schemas.openxmlformats.org/officeDocument/2006/relationships" id="2147483648" r:id="Red2b5d48f0a74fd1"/>
  </p:sldMasterIdLst>
  <p:notesMasterIdLst>
    <p:notesMasterId xmlns:r="http://schemas.openxmlformats.org/officeDocument/2006/relationships" r:id="Rf74b8a44c9864430"/>
  </p:notesMasterIdLst>
  <p:sldIdLst>
    <p:sldId xmlns:r="http://schemas.openxmlformats.org/officeDocument/2006/relationships" id="256" r:id="R668abd19dae64d46"/>
    <p:sldId xmlns:r="http://schemas.openxmlformats.org/officeDocument/2006/relationships" id="257" r:id="R841331db653541f8"/>
    <p:sldId xmlns:r="http://schemas.openxmlformats.org/officeDocument/2006/relationships" id="258" r:id="Rb37f1e57225c444e"/>
    <p:sldId xmlns:r="http://schemas.openxmlformats.org/officeDocument/2006/relationships" id="259" r:id="R31838e9526f646f4"/>
    <p:sldId xmlns:r="http://schemas.openxmlformats.org/officeDocument/2006/relationships" id="260" r:id="Ra8b811da2f234437"/>
    <p:sldId xmlns:r="http://schemas.openxmlformats.org/officeDocument/2006/relationships" id="261" r:id="Rc4a8df2cb6714e24"/>
    <p:sldId xmlns:r="http://schemas.openxmlformats.org/officeDocument/2006/relationships" id="262" r:id="R91ccbbc62f4f4729"/>
    <p:sldId xmlns:r="http://schemas.openxmlformats.org/officeDocument/2006/relationships" id="263" r:id="R22cb4e1b99984853"/>
    <p:sldId xmlns:r="http://schemas.openxmlformats.org/officeDocument/2006/relationships" id="264" r:id="Re07f58fdd0134ced"/>
    <p:sldId xmlns:r="http://schemas.openxmlformats.org/officeDocument/2006/relationships" id="265" r:id="R852abf0a8b1b45b9"/>
    <p:sldId xmlns:r="http://schemas.openxmlformats.org/officeDocument/2006/relationships" id="266" r:id="R2abcda5533b64453"/>
    <p:sldId xmlns:r="http://schemas.openxmlformats.org/officeDocument/2006/relationships" id="267" r:id="Rc142f400fef5443a"/>
    <p:sldId xmlns:r="http://schemas.openxmlformats.org/officeDocument/2006/relationships" id="268" r:id="R1251c84ecbdd492b"/>
    <p:sldId xmlns:r="http://schemas.openxmlformats.org/officeDocument/2006/relationships" id="269" r:id="R053bb0e03e074a34"/>
    <p:sldId xmlns:r="http://schemas.openxmlformats.org/officeDocument/2006/relationships" id="270" r:id="Rdcbceaa666014315"/>
    <p:sldId xmlns:r="http://schemas.openxmlformats.org/officeDocument/2006/relationships" id="271" r:id="R98db5102382b4fee"/>
    <p:sldId xmlns:r="http://schemas.openxmlformats.org/officeDocument/2006/relationships" id="272" r:id="R73d6499e59654038"/>
    <p:sldId xmlns:r="http://schemas.openxmlformats.org/officeDocument/2006/relationships" id="273" r:id="R1c113df024004e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e55baf4dfc4f1f" /><Relationship Type="http://schemas.openxmlformats.org/officeDocument/2006/relationships/slideMaster" Target="/ppt/slideMasters/slideMaster1.xml" Id="Red2b5d48f0a74fd1" /><Relationship Type="http://schemas.openxmlformats.org/officeDocument/2006/relationships/notesMaster" Target="/ppt/notesMasters/notesMaster1.xml" Id="Rf74b8a44c9864430" /><Relationship Type="http://schemas.openxmlformats.org/officeDocument/2006/relationships/presProps" Target="/ppt/presProps.xml" Id="R3aa3730df80c4433" /><Relationship Type="http://schemas.openxmlformats.org/officeDocument/2006/relationships/tableStyles" Target="/ppt/tableStyles.xml" Id="Rb1dd195791214e30" /><Relationship Type="http://schemas.openxmlformats.org/officeDocument/2006/relationships/slide" Target="/ppt/slides/slide1.xml" Id="R668abd19dae64d46" /><Relationship Type="http://schemas.openxmlformats.org/officeDocument/2006/relationships/slide" Target="/ppt/slides/slide2.xml" Id="R841331db653541f8" /><Relationship Type="http://schemas.openxmlformats.org/officeDocument/2006/relationships/slide" Target="/ppt/slides/slide3.xml" Id="Rb37f1e57225c444e" /><Relationship Type="http://schemas.openxmlformats.org/officeDocument/2006/relationships/slide" Target="/ppt/slides/slide4.xml" Id="R31838e9526f646f4" /><Relationship Type="http://schemas.openxmlformats.org/officeDocument/2006/relationships/slide" Target="/ppt/slides/slide5.xml" Id="Ra8b811da2f234437" /><Relationship Type="http://schemas.openxmlformats.org/officeDocument/2006/relationships/slide" Target="/ppt/slides/slide6.xml" Id="Rc4a8df2cb6714e24" /><Relationship Type="http://schemas.openxmlformats.org/officeDocument/2006/relationships/slide" Target="/ppt/slides/slide7.xml" Id="R91ccbbc62f4f4729" /><Relationship Type="http://schemas.openxmlformats.org/officeDocument/2006/relationships/slide" Target="/ppt/slides/slide8.xml" Id="R22cb4e1b99984853" /><Relationship Type="http://schemas.openxmlformats.org/officeDocument/2006/relationships/slide" Target="/ppt/slides/slide9.xml" Id="Re07f58fdd0134ced" /><Relationship Type="http://schemas.openxmlformats.org/officeDocument/2006/relationships/slide" Target="/ppt/slides/slide10.xml" Id="R852abf0a8b1b45b9" /><Relationship Type="http://schemas.openxmlformats.org/officeDocument/2006/relationships/slide" Target="/ppt/slides/slide11.xml" Id="R2abcda5533b64453" /><Relationship Type="http://schemas.openxmlformats.org/officeDocument/2006/relationships/slide" Target="/ppt/slides/slide12.xml" Id="Rc142f400fef5443a" /><Relationship Type="http://schemas.openxmlformats.org/officeDocument/2006/relationships/slide" Target="/ppt/slides/slide13.xml" Id="R1251c84ecbdd492b" /><Relationship Type="http://schemas.openxmlformats.org/officeDocument/2006/relationships/slide" Target="/ppt/slides/slide14.xml" Id="R053bb0e03e074a34" /><Relationship Type="http://schemas.openxmlformats.org/officeDocument/2006/relationships/slide" Target="/ppt/slides/slide15.xml" Id="Rdcbceaa666014315" /><Relationship Type="http://schemas.openxmlformats.org/officeDocument/2006/relationships/slide" Target="/ppt/slides/slide16.xml" Id="R98db5102382b4fee" /><Relationship Type="http://schemas.openxmlformats.org/officeDocument/2006/relationships/slide" Target="/ppt/slides/slide17.xml" Id="R73d6499e59654038" /><Relationship Type="http://schemas.openxmlformats.org/officeDocument/2006/relationships/slide" Target="/ppt/slides/slide18.xml" Id="R1c113df024004e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35ce6cea3142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2253ab54534dc1" /><Relationship Type="http://schemas.openxmlformats.org/officeDocument/2006/relationships/notesMaster" Target="/ppt/notesMasters/notesMaster1.xml" Id="R016fd2b5c94444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bc9e15788f47eb" /><Relationship Type="http://schemas.openxmlformats.org/officeDocument/2006/relationships/notesMaster" Target="/ppt/notesMasters/notesMaster1.xml" Id="R3a3d9f99985e48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9597ae4c074ad0" /><Relationship Type="http://schemas.openxmlformats.org/officeDocument/2006/relationships/notesMaster" Target="/ppt/notesMasters/notesMaster1.xml" Id="Rf2e327aeed7442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19f99ae5dc43b7" /><Relationship Type="http://schemas.openxmlformats.org/officeDocument/2006/relationships/notesMaster" Target="/ppt/notesMasters/notesMaster1.xml" Id="R02407d9cd20c48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760d8d0baf414e" /><Relationship Type="http://schemas.openxmlformats.org/officeDocument/2006/relationships/notesMaster" Target="/ppt/notesMasters/notesMaster1.xml" Id="Re7fc6f6d387546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11864bd2794238" /><Relationship Type="http://schemas.openxmlformats.org/officeDocument/2006/relationships/notesMaster" Target="/ppt/notesMasters/notesMaster1.xml" Id="R6b1754dfe0574f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ca1ea992a74427" /><Relationship Type="http://schemas.openxmlformats.org/officeDocument/2006/relationships/notesMaster" Target="/ppt/notesMasters/notesMaster1.xml" Id="R5dc3585b632142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9a0ccdfbc94c05" /><Relationship Type="http://schemas.openxmlformats.org/officeDocument/2006/relationships/notesMaster" Target="/ppt/notesMasters/notesMaster1.xml" Id="Ra352cf76eac34c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56936e441e4f44" /><Relationship Type="http://schemas.openxmlformats.org/officeDocument/2006/relationships/notesMaster" Target="/ppt/notesMasters/notesMaster1.xml" Id="Rb03067b56f5b4c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81035ed6544632" /><Relationship Type="http://schemas.openxmlformats.org/officeDocument/2006/relationships/notesMaster" Target="/ppt/notesMasters/notesMaster1.xml" Id="Rc8924041e59445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c9b9819aa84a18" /><Relationship Type="http://schemas.openxmlformats.org/officeDocument/2006/relationships/notesMaster" Target="/ppt/notesMasters/notesMaster1.xml" Id="R955067d6d2bb4d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cb4a8a28364678" /><Relationship Type="http://schemas.openxmlformats.org/officeDocument/2006/relationships/notesMaster" Target="/ppt/notesMasters/notesMaster1.xml" Id="Rdb2a7f53ac7e43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0d1fcb2037473a" /><Relationship Type="http://schemas.openxmlformats.org/officeDocument/2006/relationships/notesMaster" Target="/ppt/notesMasters/notesMaster1.xml" Id="Rf753493d06794e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dc860171bc487f" /><Relationship Type="http://schemas.openxmlformats.org/officeDocument/2006/relationships/notesMaster" Target="/ppt/notesMasters/notesMaster1.xml" Id="R1d00354ed60642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fd2491fa1e43c2" /><Relationship Type="http://schemas.openxmlformats.org/officeDocument/2006/relationships/notesMaster" Target="/ppt/notesMasters/notesMaster1.xml" Id="Rd272cc28bd3446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8bc2716abd42ea" /><Relationship Type="http://schemas.openxmlformats.org/officeDocument/2006/relationships/notesMaster" Target="/ppt/notesMasters/notesMaster1.xml" Id="Rd4f7199e18e64bd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55cdfe29de4128" /><Relationship Type="http://schemas.openxmlformats.org/officeDocument/2006/relationships/notesMaster" Target="/ppt/notesMasters/notesMaster1.xml" Id="Re8063d29dcde4d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cc1ef6e62bd46e4" /><Relationship Type="http://schemas.openxmlformats.org/officeDocument/2006/relationships/notesMaster" Target="/ppt/notesMasters/notesMaster1.xml" Id="R48512b4648d04e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README.md; docs/vault-evidence.md; imágenes de la rúbrica y cronograma proporcionadas por 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terraform/aws/README.md; terraform/aws/vault/README.md; ansible/README.md; docs/vault-lab.md; docs/aws-automatic-deployment.md.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docs/aws-automatic-deployment.md; docs/vault-lab.md; docs/vault-evidence.md; ansible/README.md. Implementación versionada y pruebas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docs/aws-automatic-deployment.md; docs/vault-lab.md; docs/vault-evidence.md. Diagrama simplificado de los pasos documentados.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.github/workflows/ci-docker-ecr.yaml; .github/workflows/cd-helm-eks.yaml; docs/aws-automatic-deployment.md. El estado de activación AWS se documenta en docs/recovery-2026-10-20.md.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docs/admin-operations.md; docs/vault-evidence.md; src/frontend/templates/admin/layout.html; src/frontend/templates/admin/ansible.html; src/frontend/templates/admin/vault.html.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archivos listados en la propia diapositiva; README.md raíz.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docs/vault-evidence.md; docs/integration-verification-2026-10-13.md; docs/demo-verification-2026-10-14.md; docs/recovery-2026-10-20.md.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src/catalogservice/auth.py, src/frontend/admin_auth.go, src/frontend/admin_handlers.go y docs/postgres-integration.md. El migrador crea al administrador con contraseña de 12 o más caracteres y no la reemplaza en cada release. El API exige ADMIN_API_TOKEN entre servicios y comprueba el token de sesión presentado por el frontend. Las cookies Secure se desactivan de forma explícita solo para el HTTP local. El modo demo original conserva credenciales de ejemplo, por lo que la evaluación de producción debe usar el modo integrado con PostgreSQL.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Detalle en docs/postgres-integration.md y src/catalogservice/orders.py. El frontend transmite idempotency-key a checkout. Checkout consulta pedidos previos antes de leer el carrito y el backend usa transiciones durables reserved, charging, payment_unknown, paid y confirmed. La confirmación descuenta stock una sola vez. Los microservicios mantienen contratos gRPC y usan tokens internos con alcance específico. Pago, envío y correo siguen siendo simuladores del demo; no presentar este flujo como integración con proveedores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docs/admin-operations.md, docs/postgres-integration.md, src/frontend/templates/admin y src/frontend/static/admin/operations.js. El colector lee /v1/sys/health sin token de Vault y publica el resultado mediante una credencial privada de servicio. El callback de Ansible excluye stdout, stderr, argumentos, excepciones, diffs y campos no_log. El backend limita tamaño, orden de secuencia y retención, y genera diagnósticos desde un catálogo fijo. La UI no es una terminal interactiva ni expone un POST para ejecutar comandos.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docs/admin-operations.md, src/frontend/templates/admin/layout.html, ansible.html, vault.html, login.html y src/frontend/static/admin/operations.js. El diseño adapta la barra lateral y las vistas a anchos menores mediante media queries. Las comprobaciones documentadas son funcionales y de visualización; no equivalen a una certificación de accesibilidad. Antes de afirmar conformidad, ejecutar auditoría automatizada y manual con teclado, zoom 200 %, contraste y lectores de pantalla en las tareas de mayor riesgo.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docs/vault-lab.md, terraform/aws/README.md, ansible/README.md y helm-chart/README.md. La EC2 de Vault queda separada del clúster. El Security Group restringe 8200 y no abre SSH. AWS Systems Manager transporta Ansible y el túnel HTTPS. La elección de EKS/Helm aprovecha la arquitectura de microservicios existente y permite instalar un release coherente; requiere almacenamiento EBS CSI y verificación de nodos. El diseño del Lab tiene un solo nodo Vault y no proporciona alta disponibilidad.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README.md, docs/postgres-integration.md, docs/admin-panel.md, docker-compose.admin.yml, src/frontend y src/catalogservice. PostgreSQL evita duplicar datos de catálogo, pedidos y stock entre servicios; el backend administra las transacciones. El frontend Go conserva la presentación y comunicación gRPC. Compose facilita una prueba local con los mismos contenedores integrados; EKS/Helm ejecuta la versión de laboratorio. Chart.js 4 sirve las gráficas del panel y recibe series por atributos de datos. Pago, envío y correo permanecen simulados, por lo que la selección de herramientas no acredita una pasarela de pago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docs/aws-automatic-deployment.md, docs/workflow-review-2026-10-22.md, .github/workflows y docs/postgres-integration.md. Un push directo a development ejecuta CI, sin despliegue. El release requiere PR del mismo repositorio fusionado de development a main. La revisión de 22 de octubre reforzó la unión entre pruebas y SHA de ECR, la serialización y los permisos mínimos de workflows. Las pruebas locales documentadas no prueban por sí solas una recuperación real en AWS. La creación/fusión del PR corresponde al responsable del repositorio.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docs/aws-automatic-deployment.md, docs/vault-lab.md, docs/recovery-2026-10-20.md y scripts/vault/deploy.py. El environment vault-lab se restringe a main. DATA_RECOVERY_VERIFIED y VAULT_AUTOMATION_READY solo se activan tras evidencia de datos, KMS, TLS y login OIDC real. El CD comprueba que las doce imágenes existan, que el namespace esté disponible y que el Secret y la migración precedan al despliegue de consumidores. El rolloutRevision registra intento y reinicia consumidores. El Lab puede expirar; actualizar credenciales no inicia un workflow. La recuperación inicial preparada en el repositorio aún requiere ejecución y verificación remota.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docs/vault-lab.md, docs/vault-evidence.md, docs/admin-operations.md y docs/aws-automatic-deployment.md. Para rotar, cambiar valores en KV v2, validar su versión, ejecutar el flujo controlado que materializa el Secret y comprueba los cuatro Deployments consumidores, y registrar el intento. No copiar secretos a Helm, Terraform, argumentos de shell ni logs. Vault usa audit file con HMAC. Los reportes del panel se limitan y se sanitan; el operador puede consultar el registro privado del controlador cuando un diagnóstico sea insuficiente. La matriz de evidencia define qué resultado demostraría cada control en AWS.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documentos citados están dentro de docs/, salvo README de componentes en ansible/, helm-chart/ y terraform/aws/. La documentación de octubre de 2026 incluye el alcance y las limitaciones explícitas de cada verificación. El flujo de recuperación inicial preparado requiere una ejecución exitosa en AWS; hasta entonces los indicadores de automatización deben permanecer desactivados según docs/workflow-review-2026-10-22.md. Para presentar resultados de producción, adjuntar run ID, commit SHA, resultados de smoke, comprobación de Vault, evidencia de datos y estado de recuperación sin divulgar secretos.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ca1f5378a641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1aa248996549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2adf35e22a43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461b55f42b4a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ef2941cbca4d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edaa141d9d44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9E4AB2-427C-4BFD-A9D7-B7686530E3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744341-E489-49E4-9CFD-87449A4235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DB98D7-1F88-41B2-B92A-124C73C103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AC0F13-617F-42FE-99FC-550AC2B237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6E6CCE-8403-422A-B8E3-8E735DE1F54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A6D5EE-27CA-4DB5-861A-1E733B50A0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5E0894-FD40-4442-98A8-A77AAF4EF4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3A11F8-7007-4127-8AA9-B99708C561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2CFF5B-A097-4115-A579-4E46EE8ABD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A472C3-81D7-4851-95EC-8636B5D71E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5b659d75f44f86" /><Relationship Type="http://schemas.openxmlformats.org/officeDocument/2006/relationships/slideLayout" Target="/ppt/slideLayouts/slideLayout1.xml" Id="R3ece86b4fa7a48b4" /><Relationship Type="http://schemas.openxmlformats.org/officeDocument/2006/relationships/slideLayout" Target="/ppt/slideLayouts/slideLayout2.xml" Id="Rb4f3df2635044453" /><Relationship Type="http://schemas.openxmlformats.org/officeDocument/2006/relationships/slideLayout" Target="/ppt/slideLayouts/slideLayout3.xml" Id="R0dd2b29edbfc4383" /><Relationship Type="http://schemas.openxmlformats.org/officeDocument/2006/relationships/slideLayout" Target="/ppt/slideLayouts/slideLayout4.xml" Id="Rc4fed7e51d3e4c4c" /><Relationship Type="http://schemas.openxmlformats.org/officeDocument/2006/relationships/slideLayout" Target="/ppt/slideLayouts/slideLayout5.xml" Id="R29bf735027644529" /><Relationship Type="http://schemas.openxmlformats.org/officeDocument/2006/relationships/slideLayout" Target="/ppt/slideLayouts/slideLayout6.xml" Id="R32ea78e5f7594d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ce86b4fa7a48b4"/>
    <p:sldLayoutId xmlns:r="http://schemas.openxmlformats.org/officeDocument/2006/relationships" id="2147483650" r:id="Rb4f3df2635044453"/>
    <p:sldLayoutId xmlns:r="http://schemas.openxmlformats.org/officeDocument/2006/relationships" id="2147483651" r:id="R0dd2b29edbfc4383"/>
    <p:sldLayoutId xmlns:r="http://schemas.openxmlformats.org/officeDocument/2006/relationships" id="2147483652" r:id="Rc4fed7e51d3e4c4c"/>
    <p:sldLayoutId xmlns:r="http://schemas.openxmlformats.org/officeDocument/2006/relationships" id="2147483653" r:id="R29bf735027644529"/>
    <p:sldLayoutId xmlns:r="http://schemas.openxmlformats.org/officeDocument/2006/relationships" id="2147483654" r:id="R32ea78e5f7594d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12fc900fb547d3" /><Relationship Type="http://schemas.openxmlformats.org/officeDocument/2006/relationships/notesSlide" Target="/ppt/notesSlides/notesSlide1.xml" Id="Rad340c8966d544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8a1631ae0e4878" /><Relationship Type="http://schemas.openxmlformats.org/officeDocument/2006/relationships/notesSlide" Target="/ppt/notesSlides/notesSlide2.xml" Id="R36f29a774f4e45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583d157d284cf4" /><Relationship Type="http://schemas.openxmlformats.org/officeDocument/2006/relationships/notesSlide" Target="/ppt/notesSlides/notesSlide3.xml" Id="Reb045414f74147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a094d6b55a641e1" /><Relationship Type="http://schemas.openxmlformats.org/officeDocument/2006/relationships/notesSlide" Target="/ppt/notesSlides/notesSlide4.xml" Id="R5db98c13fd5046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a46ce415e84932" /><Relationship Type="http://schemas.openxmlformats.org/officeDocument/2006/relationships/notesSlide" Target="/ppt/notesSlides/notesSlide5.xml" Id="R175d71c2e4074c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4d38ee7d234dfc" /><Relationship Type="http://schemas.openxmlformats.org/officeDocument/2006/relationships/notesSlide" Target="/ppt/notesSlides/notesSlide6.xml" Id="R6421d39faf5d4d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5a3ea36519e437b" /><Relationship Type="http://schemas.openxmlformats.org/officeDocument/2006/relationships/notesSlide" Target="/ppt/notesSlides/notesSlide7.xml" Id="Rc9c7c76dbfe747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6212c142a0b48c4" /><Relationship Type="http://schemas.openxmlformats.org/officeDocument/2006/relationships/notesSlide" Target="/ppt/notesSlides/notesSlide8.xml" Id="R15d2980d17f64a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34c2e72687e450e" /><Relationship Type="http://schemas.openxmlformats.org/officeDocument/2006/relationships/notesSlide" Target="/ppt/notesSlides/notesSlide9.xml" Id="R93f4ddc5a23d48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ab1b6100901474a" /><Relationship Type="http://schemas.openxmlformats.org/officeDocument/2006/relationships/notesSlide" Target="/ppt/notesSlides/notesSlide10.xml" Id="R8c40340cecaf41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0b8a3a6394d4881" /><Relationship Type="http://schemas.openxmlformats.org/officeDocument/2006/relationships/notesSlide" Target="/ppt/notesSlides/notesSlide11.xml" Id="Raa0dd43b09814f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7fe9d3298254054" /><Relationship Type="http://schemas.openxmlformats.org/officeDocument/2006/relationships/notesSlide" Target="/ppt/notesSlides/notesSlide12.xml" Id="Ra3edd69dbbc641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56c922bd94438a" /><Relationship Type="http://schemas.openxmlformats.org/officeDocument/2006/relationships/notesSlide" Target="/ppt/notesSlides/notesSlide13.xml" Id="R51f9cd63f31f46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3244709ea244d25" /><Relationship Type="http://schemas.openxmlformats.org/officeDocument/2006/relationships/notesSlide" Target="/ppt/notesSlides/notesSlide14.xml" Id="Rddd9a79a856741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a9cd3ff458f482a" /><Relationship Type="http://schemas.openxmlformats.org/officeDocument/2006/relationships/notesSlide" Target="/ppt/notesSlides/notesSlide15.xml" Id="Rc873d675e3fd492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d3706d9cfdd4977" /><Relationship Type="http://schemas.openxmlformats.org/officeDocument/2006/relationships/notesSlide" Target="/ppt/notesSlides/notesSlide16.xml" Id="Rdd96fa716ff04a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35b0b1960364fa4" /><Relationship Type="http://schemas.openxmlformats.org/officeDocument/2006/relationships/notesSlide" Target="/ppt/notesSlides/notesSlide17.xml" Id="R563c43a025d14eb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20b9e3066364ccd" /><Relationship Type="http://schemas.openxmlformats.org/officeDocument/2006/relationships/notesSlide" Target="/ppt/notesSlides/notesSlide18.xml" Id="Rb35c873fa4b943b8" /></Relationships>
</file>

<file path=ppt/slides/slide1.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6C062D-0821-4F1B-9062-6BD11C986109}"/>
              </a:ext>
            </a:extLst>
          </p:cNvPr>
          <p:cNvSpPr>
            <a:spLocks xmlns:a="http://schemas.openxmlformats.org/drawingml/2006/main" noGrp="1"/>
          </p:cNvSpPr>
          <p:nvPr/>
        </p:nvSpPr>
        <p:spPr>
          <a:xfrm xmlns:a="http://schemas.openxmlformats.org/drawingml/2006/main">
            <a:off x="762000" y="1857375"/>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4650" b="1">
                <a:solidFill>
                  <a:srgbClr val="FFFFFF"/>
                </a:solidFill>
              </a:defRPr>
            </a:defPPr>
            <a:lvl1pPr algn="l">
              <a:buNone/>
              <a:defRPr sz="4650" b="1">
                <a:solidFill>
                  <a:srgbClr val="FFFFFF"/>
                </a:solidFill>
              </a:defRPr>
            </a:lvl1pPr>
            <a:lvl2pPr algn="l">
              <a:buNone/>
              <a:defRPr sz="4650" b="1">
                <a:solidFill>
                  <a:srgbClr val="FFFFFF"/>
                </a:solidFill>
              </a:defRPr>
            </a:lvl2pPr>
            <a:lvl3pPr algn="l">
              <a:buNone/>
              <a:defRPr sz="4650" b="1">
                <a:solidFill>
                  <a:srgbClr val="FFFFFF"/>
                </a:solidFill>
              </a:defRPr>
            </a:lvl3pPr>
            <a:lvl4pPr algn="l">
              <a:buNone/>
              <a:defRPr sz="4650" b="1">
                <a:solidFill>
                  <a:srgbClr val="FFFFFF"/>
                </a:solidFill>
              </a:defRPr>
            </a:lvl4pPr>
            <a:lvl5pPr algn="l">
              <a:buNone/>
              <a:defRPr sz="4650" b="1">
                <a:solidFill>
                  <a:srgbClr val="FFFFFF"/>
                </a:solidFill>
              </a:defRPr>
            </a:lvl5pPr>
            <a:lvl6pPr algn="l">
              <a:buNone/>
              <a:defRPr sz="4650" b="1">
                <a:solidFill>
                  <a:srgbClr val="FFFFFF"/>
                </a:solidFill>
              </a:defRPr>
            </a:lvl6pPr>
            <a:lvl7pPr algn="l">
              <a:buNone/>
              <a:defRPr sz="4650" b="1">
                <a:solidFill>
                  <a:srgbClr val="FFFFFF"/>
                </a:solidFill>
              </a:defRPr>
            </a:lvl7pPr>
            <a:lvl8pPr algn="l">
              <a:buNone/>
              <a:defRPr sz="4650" b="1">
                <a:solidFill>
                  <a:srgbClr val="FFFFFF"/>
                </a:solidFill>
              </a:defRPr>
            </a:lvl8pPr>
            <a:lvl9pPr algn="l">
              <a:buNone/>
              <a:defRPr sz="4650" b="1">
                <a:solidFill>
                  <a:srgbClr val="FFFFFF"/>
                </a:solidFill>
              </a:defRPr>
            </a:lvl9pPr>
          </a:lstStyle>
          <a:p xmlns:a="http://schemas.openxmlformats.org/drawingml/2006/main">
            <a:pPr algn="l">
              <a:buNone/>
              <a:defRPr sz="4650" b="1">
                <a:solidFill>
                  <a:srgbClr val="FFFFFF"/>
                </a:solidFill>
              </a:defRPr>
            </a:pPr>
            <a:r>
              <a:rPr sz="4650" b="1">
                <a:solidFill>
                  <a:srgbClr val="FFFFFF"/>
                </a:solidFill>
                <a:latin typeface="Arial"/>
                <a:ea typeface="Arial"/>
                <a:cs typeface="Arial"/>
              </a:rPr>
              <a:t>Fase 3</a:t>
            </a:r>
          </a:p>
        </p:txBody>
      </p:sp>
      <p:sp>
        <p:nvSpPr>
          <p:cNvPr id="3" name="">
            <a:extLst xmlns:a="http://schemas.openxmlformats.org/drawingml/2006/main">
              <a:ext uri="{FF2B5EF4-FFF2-40B4-BE49-F238E27FC236}">
                <a16:creationId xmlns:a16="http://schemas.microsoft.com/office/drawing/2014/main" id="{AB9BB58A-B288-4E77-BD98-76DFFE8CC112}"/>
              </a:ext>
            </a:extLst>
          </p:cNvPr>
          <p:cNvSpPr>
            <a:spLocks xmlns:a="http://schemas.openxmlformats.org/drawingml/2006/main" noGrp="1"/>
          </p:cNvSpPr>
          <p:nvPr/>
        </p:nvSpPr>
        <p:spPr>
          <a:xfrm xmlns:a="http://schemas.openxmlformats.org/drawingml/2006/main">
            <a:off x="781050" y="4781550"/>
            <a:ext cx="904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FFFFFF"/>
                </a:solidFill>
              </a:defRPr>
            </a:defPPr>
            <a:lvl1pPr algn="l">
              <a:buNone/>
              <a:defRPr sz="1650" b="0">
                <a:solidFill>
                  <a:srgbClr val="FFFFFF"/>
                </a:solidFill>
              </a:defRPr>
            </a:lvl1pPr>
            <a:lvl2pPr algn="l">
              <a:buNone/>
              <a:defRPr sz="1650" b="0">
                <a:solidFill>
                  <a:srgbClr val="FFFFFF"/>
                </a:solidFill>
              </a:defRPr>
            </a:lvl2pPr>
            <a:lvl3pPr algn="l">
              <a:buNone/>
              <a:defRPr sz="1650" b="0">
                <a:solidFill>
                  <a:srgbClr val="FFFFFF"/>
                </a:solidFill>
              </a:defRPr>
            </a:lvl3pPr>
            <a:lvl4pPr algn="l">
              <a:buNone/>
              <a:defRPr sz="1650" b="0">
                <a:solidFill>
                  <a:srgbClr val="FFFFFF"/>
                </a:solidFill>
              </a:defRPr>
            </a:lvl4pPr>
            <a:lvl5pPr algn="l">
              <a:buNone/>
              <a:defRPr sz="1650" b="0">
                <a:solidFill>
                  <a:srgbClr val="FFFFFF"/>
                </a:solidFill>
              </a:defRPr>
            </a:lvl5pPr>
            <a:lvl6pPr algn="l">
              <a:buNone/>
              <a:defRPr sz="1650" b="0">
                <a:solidFill>
                  <a:srgbClr val="FFFFFF"/>
                </a:solidFill>
              </a:defRPr>
            </a:lvl6pPr>
            <a:lvl7pPr algn="l">
              <a:buNone/>
              <a:defRPr sz="1650" b="0">
                <a:solidFill>
                  <a:srgbClr val="FFFFFF"/>
                </a:solidFill>
              </a:defRPr>
            </a:lvl7pPr>
            <a:lvl8pPr algn="l">
              <a:buNone/>
              <a:defRPr sz="1650" b="0">
                <a:solidFill>
                  <a:srgbClr val="FFFFFF"/>
                </a:solidFill>
              </a:defRPr>
            </a:lvl8pPr>
            <a:lvl9pPr algn="l">
              <a:buNone/>
              <a:defRPr sz="1650" b="0">
                <a:solidFill>
                  <a:srgbClr val="FFFFFF"/>
                </a:solidFill>
              </a:defRPr>
            </a:lvl9pPr>
          </a:lstStyle>
          <a:p xmlns:a="http://schemas.openxmlformats.org/drawingml/2006/main">
            <a:pPr algn="l">
              <a:buNone/>
              <a:defRPr sz="1650" b="0">
                <a:solidFill>
                  <a:srgbClr val="FFFFFF"/>
                </a:solidFill>
              </a:defRPr>
            </a:pPr>
            <a:r>
              <a:rPr sz="1650" b="0">
                <a:solidFill>
                  <a:srgbClr val="FFFFFF"/>
                </a:solidFill>
                <a:latin typeface="Arial"/>
                <a:ea typeface="Arial"/>
                <a:cs typeface="Arial"/>
              </a:rPr>
              <a:t>Seguridad, accesibilidad, UI y procesos de producción</a:t>
            </a:r>
          </a:p>
        </p:txBody>
      </p:sp>
      <p:sp>
        <p:nvSpPr>
          <p:cNvPr id="4" name="">
            <a:extLst xmlns:a="http://schemas.openxmlformats.org/drawingml/2006/main">
              <a:ext uri="{FF2B5EF4-FFF2-40B4-BE49-F238E27FC236}">
                <a16:creationId xmlns:a16="http://schemas.microsoft.com/office/drawing/2014/main" id="{5321196B-4755-4E9F-940C-C29CF8D862E3}"/>
              </a:ext>
            </a:extLst>
          </p:cNvPr>
          <p:cNvSpPr>
            <a:spLocks xmlns:a="http://schemas.openxmlformats.org/drawingml/2006/main" noGrp="1"/>
          </p:cNvSpPr>
          <p:nvPr/>
        </p:nvSpPr>
        <p:spPr>
          <a:xfrm xmlns:a="http://schemas.openxmlformats.org/drawingml/2006/main">
            <a:off x="781050" y="53530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B9D3DE"/>
                </a:solidFill>
              </a:defRPr>
            </a:defPPr>
            <a:lvl1pPr algn="l">
              <a:buNone/>
              <a:defRPr sz="1425" b="0">
                <a:solidFill>
                  <a:srgbClr val="B9D3DE"/>
                </a:solidFill>
              </a:defRPr>
            </a:lvl1pPr>
            <a:lvl2pPr algn="l">
              <a:buNone/>
              <a:defRPr sz="1425" b="0">
                <a:solidFill>
                  <a:srgbClr val="B9D3DE"/>
                </a:solidFill>
              </a:defRPr>
            </a:lvl2pPr>
            <a:lvl3pPr algn="l">
              <a:buNone/>
              <a:defRPr sz="1425" b="0">
                <a:solidFill>
                  <a:srgbClr val="B9D3DE"/>
                </a:solidFill>
              </a:defRPr>
            </a:lvl3pPr>
            <a:lvl4pPr algn="l">
              <a:buNone/>
              <a:defRPr sz="1425" b="0">
                <a:solidFill>
                  <a:srgbClr val="B9D3DE"/>
                </a:solidFill>
              </a:defRPr>
            </a:lvl4pPr>
            <a:lvl5pPr algn="l">
              <a:buNone/>
              <a:defRPr sz="1425" b="0">
                <a:solidFill>
                  <a:srgbClr val="B9D3DE"/>
                </a:solidFill>
              </a:defRPr>
            </a:lvl5pPr>
            <a:lvl6pPr algn="l">
              <a:buNone/>
              <a:defRPr sz="1425" b="0">
                <a:solidFill>
                  <a:srgbClr val="B9D3DE"/>
                </a:solidFill>
              </a:defRPr>
            </a:lvl6pPr>
            <a:lvl7pPr algn="l">
              <a:buNone/>
              <a:defRPr sz="1425" b="0">
                <a:solidFill>
                  <a:srgbClr val="B9D3DE"/>
                </a:solidFill>
              </a:defRPr>
            </a:lvl7pPr>
            <a:lvl8pPr algn="l">
              <a:buNone/>
              <a:defRPr sz="1425" b="0">
                <a:solidFill>
                  <a:srgbClr val="B9D3DE"/>
                </a:solidFill>
              </a:defRPr>
            </a:lvl8pPr>
            <a:lvl9pPr algn="l">
              <a:buNone/>
              <a:defRPr sz="1425" b="0">
                <a:solidFill>
                  <a:srgbClr val="B9D3DE"/>
                </a:solidFill>
              </a:defRPr>
            </a:lvl9pPr>
          </a:lstStyle>
          <a:p xmlns:a="http://schemas.openxmlformats.org/drawingml/2006/main">
            <a:pPr algn="l">
              <a:buNone/>
              <a:defRPr sz="1425" b="0">
                <a:solidFill>
                  <a:srgbClr val="B9D3DE"/>
                </a:solidFill>
              </a:defRPr>
            </a:pPr>
            <a:r>
              <a:rPr sz="1425" b="0">
                <a:solidFill>
                  <a:srgbClr val="B9D3DE"/>
                </a:solidFill>
                <a:latin typeface="Arial"/>
                <a:ea typeface="Arial"/>
                <a:cs typeface="Arial"/>
              </a:rPr>
              <a:t>Norberto Suaste y David Gzz</a:t>
            </a:r>
          </a:p>
        </p:txBody>
      </p:sp>
    </p:spTree>
    <p:extLst>
      <p:ext uri="{BB962C8B-B14F-4D97-AF65-F5344CB8AC3E}">
        <p14:creationId xmlns:p14="http://schemas.microsoft.com/office/powerpoint/2010/main" val="15468106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9B5485A-C675-4D66-9C9D-E9B628058928}"/>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0243A"/>
                </a:solidFill>
              </a:defRPr>
            </a:defPPr>
            <a:lvl1pPr algn="l">
              <a:buNone/>
              <a:defRPr sz="2850" b="1">
                <a:solidFill>
                  <a:srgbClr val="10243A"/>
                </a:solidFill>
              </a:defRPr>
            </a:lvl1pPr>
            <a:lvl2pPr algn="l">
              <a:buNone/>
              <a:defRPr sz="2850" b="1">
                <a:solidFill>
                  <a:srgbClr val="10243A"/>
                </a:solidFill>
              </a:defRPr>
            </a:lvl2pPr>
            <a:lvl3pPr algn="l">
              <a:buNone/>
              <a:defRPr sz="2850" b="1">
                <a:solidFill>
                  <a:srgbClr val="10243A"/>
                </a:solidFill>
              </a:defRPr>
            </a:lvl3pPr>
            <a:lvl4pPr algn="l">
              <a:buNone/>
              <a:defRPr sz="2850" b="1">
                <a:solidFill>
                  <a:srgbClr val="10243A"/>
                </a:solidFill>
              </a:defRPr>
            </a:lvl4pPr>
            <a:lvl5pPr algn="l">
              <a:buNone/>
              <a:defRPr sz="2850" b="1">
                <a:solidFill>
                  <a:srgbClr val="10243A"/>
                </a:solidFill>
              </a:defRPr>
            </a:lvl5pPr>
            <a:lvl6pPr algn="l">
              <a:buNone/>
              <a:defRPr sz="2850" b="1">
                <a:solidFill>
                  <a:srgbClr val="10243A"/>
                </a:solidFill>
              </a:defRPr>
            </a:lvl6pPr>
            <a:lvl7pPr algn="l">
              <a:buNone/>
              <a:defRPr sz="2850" b="1">
                <a:solidFill>
                  <a:srgbClr val="10243A"/>
                </a:solidFill>
              </a:defRPr>
            </a:lvl7pPr>
            <a:lvl8pPr algn="l">
              <a:buNone/>
              <a:defRPr sz="2850" b="1">
                <a:solidFill>
                  <a:srgbClr val="10243A"/>
                </a:solidFill>
              </a:defRPr>
            </a:lvl8pPr>
            <a:lvl9pPr algn="l">
              <a:buNone/>
              <a:defRPr sz="2850" b="1">
                <a:solidFill>
                  <a:srgbClr val="10243A"/>
                </a:solidFill>
              </a:defRPr>
            </a:lvl9pPr>
          </a:lstStyle>
          <a:p xmlns:a="http://schemas.openxmlformats.org/drawingml/2006/main">
            <a:pPr algn="l">
              <a:buNone/>
              <a:defRPr sz="2850" b="1">
                <a:solidFill>
                  <a:srgbClr val="10243A"/>
                </a:solidFill>
              </a:defRPr>
            </a:pPr>
            <a:r>
              <a:rPr sz="2850" b="1">
                <a:solidFill>
                  <a:srgbClr val="10243A"/>
                </a:solidFill>
                <a:latin typeface="Arial"/>
                <a:ea typeface="Arial"/>
                <a:cs typeface="Arial"/>
              </a:rPr>
              <a:t>Arquitectura de la Fase 3</a:t>
            </a:r>
          </a:p>
        </p:txBody>
      </p:sp>
      <p:sp>
        <p:nvSpPr>
          <p:cNvPr id="2" name="">
            <a:extLst xmlns:a="http://schemas.openxmlformats.org/drawingml/2006/main">
              <a:ext uri="{FF2B5EF4-FFF2-40B4-BE49-F238E27FC236}">
                <a16:creationId xmlns:a16="http://schemas.microsoft.com/office/drawing/2014/main" id="{D7E096B3-B9F5-400D-957F-9CB789FDAFD6}"/>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04E06CB8-A60E-4B17-A569-628AA203840D}"/>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75" b="0">
                <a:solidFill>
                  <a:srgbClr val="4A6071"/>
                </a:solidFill>
              </a:defRPr>
            </a:defPPr>
            <a:lvl1pPr algn="r">
              <a:buNone/>
              <a:defRPr sz="1275" b="0">
                <a:solidFill>
                  <a:srgbClr val="4A6071"/>
                </a:solidFill>
              </a:defRPr>
            </a:lvl1pPr>
            <a:lvl2pPr algn="r">
              <a:buNone/>
              <a:defRPr sz="1275" b="0">
                <a:solidFill>
                  <a:srgbClr val="4A6071"/>
                </a:solidFill>
              </a:defRPr>
            </a:lvl2pPr>
            <a:lvl3pPr algn="r">
              <a:buNone/>
              <a:defRPr sz="1275" b="0">
                <a:solidFill>
                  <a:srgbClr val="4A6071"/>
                </a:solidFill>
              </a:defRPr>
            </a:lvl3pPr>
            <a:lvl4pPr algn="r">
              <a:buNone/>
              <a:defRPr sz="1275" b="0">
                <a:solidFill>
                  <a:srgbClr val="4A6071"/>
                </a:solidFill>
              </a:defRPr>
            </a:lvl4pPr>
            <a:lvl5pPr algn="r">
              <a:buNone/>
              <a:defRPr sz="1275" b="0">
                <a:solidFill>
                  <a:srgbClr val="4A6071"/>
                </a:solidFill>
              </a:defRPr>
            </a:lvl5pPr>
            <a:lvl6pPr algn="r">
              <a:buNone/>
              <a:defRPr sz="1275" b="0">
                <a:solidFill>
                  <a:srgbClr val="4A6071"/>
                </a:solidFill>
              </a:defRPr>
            </a:lvl6pPr>
            <a:lvl7pPr algn="r">
              <a:buNone/>
              <a:defRPr sz="1275" b="0">
                <a:solidFill>
                  <a:srgbClr val="4A6071"/>
                </a:solidFill>
              </a:defRPr>
            </a:lvl7pPr>
            <a:lvl8pPr algn="r">
              <a:buNone/>
              <a:defRPr sz="1275" b="0">
                <a:solidFill>
                  <a:srgbClr val="4A6071"/>
                </a:solidFill>
              </a:defRPr>
            </a:lvl8pPr>
            <a:lvl9pPr algn="r">
              <a:buNone/>
              <a:defRPr sz="1275" b="0">
                <a:solidFill>
                  <a:srgbClr val="4A6071"/>
                </a:solidFill>
              </a:defRPr>
            </a:lvl9pPr>
          </a:lstStyle>
          <a:p xmlns:a="http://schemas.openxmlformats.org/drawingml/2006/main">
            <a:pPr algn="r">
              <a:buNone/>
              <a:defRPr sz="1275" b="0">
                <a:solidFill>
                  <a:srgbClr val="4A6071"/>
                </a:solidFill>
              </a:defRPr>
            </a:pPr>
            <a:r>
              <a:rPr sz="1275" b="0">
                <a:solidFill>
                  <a:srgbClr val="4A607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888EFE41-6B3D-4251-9A9B-C69290981C9E}"/>
              </a:ext>
            </a:extLst>
          </p:cNvPr>
          <p:cNvSpPr>
            <a:spLocks xmlns:a="http://schemas.openxmlformats.org/drawingml/2006/main" noGrp="1"/>
          </p:cNvSpPr>
          <p:nvPr/>
        </p:nvSpPr>
        <p:spPr>
          <a:xfrm xmlns:a="http://schemas.openxmlformats.org/drawingml/2006/main">
            <a:off x="857250" y="2571750"/>
            <a:ext cx="2428875" cy="952500"/>
          </a:xfrm>
          <a:prstGeom xmlns:a="http://schemas.openxmlformats.org/drawingml/2006/main" prst="roundRect">
            <a:avLst>
              <a:gd name="adj" fmla="val 8000"/>
            </a:avLst>
          </a:prstGeom>
          <a:solidFill xmlns:a="http://schemas.openxmlformats.org/drawingml/2006/main">
            <a:srgbClr val="EAF2F6"/>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425" b="1">
                <a:solidFill>
                  <a:srgbClr val="162D42"/>
                </a:solidFill>
              </a:defRPr>
            </a:defPPr>
            <a:lvl1pPr algn="ctr">
              <a:buNone/>
              <a:defRPr sz="1425" b="1">
                <a:solidFill>
                  <a:srgbClr val="162D42"/>
                </a:solidFill>
              </a:defRPr>
            </a:lvl1pPr>
            <a:lvl2pPr algn="ctr">
              <a:buNone/>
              <a:defRPr sz="1425" b="1">
                <a:solidFill>
                  <a:srgbClr val="162D42"/>
                </a:solidFill>
              </a:defRPr>
            </a:lvl2pPr>
            <a:lvl3pPr algn="ctr">
              <a:buNone/>
              <a:defRPr sz="1425" b="1">
                <a:solidFill>
                  <a:srgbClr val="162D42"/>
                </a:solidFill>
              </a:defRPr>
            </a:lvl3pPr>
            <a:lvl4pPr algn="ctr">
              <a:buNone/>
              <a:defRPr sz="1425" b="1">
                <a:solidFill>
                  <a:srgbClr val="162D42"/>
                </a:solidFill>
              </a:defRPr>
            </a:lvl4pPr>
            <a:lvl5pPr algn="ctr">
              <a:buNone/>
              <a:defRPr sz="1425" b="1">
                <a:solidFill>
                  <a:srgbClr val="162D42"/>
                </a:solidFill>
              </a:defRPr>
            </a:lvl5pPr>
            <a:lvl6pPr algn="ctr">
              <a:buNone/>
              <a:defRPr sz="1425" b="1">
                <a:solidFill>
                  <a:srgbClr val="162D42"/>
                </a:solidFill>
              </a:defRPr>
            </a:lvl6pPr>
            <a:lvl7pPr algn="ctr">
              <a:buNone/>
              <a:defRPr sz="1425" b="1">
                <a:solidFill>
                  <a:srgbClr val="162D42"/>
                </a:solidFill>
              </a:defRPr>
            </a:lvl7pPr>
            <a:lvl8pPr algn="ctr">
              <a:buNone/>
              <a:defRPr sz="1425" b="1">
                <a:solidFill>
                  <a:srgbClr val="162D42"/>
                </a:solidFill>
              </a:defRPr>
            </a:lvl8pPr>
            <a:lvl9pPr algn="ctr">
              <a:buNone/>
              <a:defRPr sz="1425" b="1">
                <a:solidFill>
                  <a:srgbClr val="162D42"/>
                </a:solidFill>
              </a:defRPr>
            </a:lvl9pPr>
          </a:lstStyle>
          <a:p xmlns:a="http://schemas.openxmlformats.org/drawingml/2006/main">
            <a:pPr algn="ctr">
              <a:buNone/>
              <a:defRPr sz="1425" b="1">
                <a:solidFill>
                  <a:srgbClr val="162D42"/>
                </a:solidFill>
              </a:defRPr>
            </a:pPr>
            <a:r>
              <a:rPr sz="1425" b="1">
                <a:solidFill>
                  <a:srgbClr val="162D42"/>
                </a:solidFill>
                <a:latin typeface="Arial"/>
                <a:ea typeface="Arial"/>
                <a:cs typeface="Arial"/>
              </a:rPr>
              <a:t>GitHub Actions</a:t>
            </a:r>
            <a:br>
              <a:rPr sz="1425" b="1">
                <a:solidFill>
                  <a:srgbClr val="162D42"/>
                </a:solidFill>
                <a:latin typeface="Arial"/>
                <a:ea typeface="Arial"/>
                <a:cs typeface="Arial"/>
              </a:rPr>
            </a:br>
            <a:r>
              <a:rPr sz="1425" b="1">
                <a:solidFill>
                  <a:srgbClr val="162D42"/>
                </a:solidFill>
                <a:latin typeface="Arial"/>
                <a:ea typeface="Arial"/>
                <a:cs typeface="Arial"/>
              </a:rPr>
              <a:t>CI/CD</a:t>
            </a:r>
          </a:p>
        </p:txBody>
      </p:sp>
      <p:sp>
        <p:nvSpPr>
          <p:cNvPr id="5" name="">
            <a:extLst xmlns:a="http://schemas.openxmlformats.org/drawingml/2006/main">
              <a:ext uri="{FF2B5EF4-FFF2-40B4-BE49-F238E27FC236}">
                <a16:creationId xmlns:a16="http://schemas.microsoft.com/office/drawing/2014/main" id="{F6DBB990-38D8-4CCB-96E6-1D6FAACA284D}"/>
              </a:ext>
            </a:extLst>
          </p:cNvPr>
          <p:cNvSpPr>
            <a:spLocks xmlns:a="http://schemas.openxmlformats.org/drawingml/2006/main" noGrp="1"/>
          </p:cNvSpPr>
          <p:nvPr/>
        </p:nvSpPr>
        <p:spPr>
          <a:xfrm xmlns:a="http://schemas.openxmlformats.org/drawingml/2006/main">
            <a:off x="4810125" y="2571750"/>
            <a:ext cx="2571750" cy="952500"/>
          </a:xfrm>
          <a:prstGeom xmlns:a="http://schemas.openxmlformats.org/drawingml/2006/main" prst="roundRect">
            <a:avLst>
              <a:gd name="adj" fmla="val 8000"/>
            </a:avLst>
          </a:prstGeom>
          <a:solidFill xmlns:a="http://schemas.openxmlformats.org/drawingml/2006/main">
            <a:srgbClr val="EAF2F6"/>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425" b="1">
                <a:solidFill>
                  <a:srgbClr val="162D42"/>
                </a:solidFill>
              </a:defRPr>
            </a:defPPr>
            <a:lvl1pPr algn="ctr">
              <a:buNone/>
              <a:defRPr sz="1425" b="1">
                <a:solidFill>
                  <a:srgbClr val="162D42"/>
                </a:solidFill>
              </a:defRPr>
            </a:lvl1pPr>
            <a:lvl2pPr algn="ctr">
              <a:buNone/>
              <a:defRPr sz="1425" b="1">
                <a:solidFill>
                  <a:srgbClr val="162D42"/>
                </a:solidFill>
              </a:defRPr>
            </a:lvl2pPr>
            <a:lvl3pPr algn="ctr">
              <a:buNone/>
              <a:defRPr sz="1425" b="1">
                <a:solidFill>
                  <a:srgbClr val="162D42"/>
                </a:solidFill>
              </a:defRPr>
            </a:lvl3pPr>
            <a:lvl4pPr algn="ctr">
              <a:buNone/>
              <a:defRPr sz="1425" b="1">
                <a:solidFill>
                  <a:srgbClr val="162D42"/>
                </a:solidFill>
              </a:defRPr>
            </a:lvl4pPr>
            <a:lvl5pPr algn="ctr">
              <a:buNone/>
              <a:defRPr sz="1425" b="1">
                <a:solidFill>
                  <a:srgbClr val="162D42"/>
                </a:solidFill>
              </a:defRPr>
            </a:lvl5pPr>
            <a:lvl6pPr algn="ctr">
              <a:buNone/>
              <a:defRPr sz="1425" b="1">
                <a:solidFill>
                  <a:srgbClr val="162D42"/>
                </a:solidFill>
              </a:defRPr>
            </a:lvl6pPr>
            <a:lvl7pPr algn="ctr">
              <a:buNone/>
              <a:defRPr sz="1425" b="1">
                <a:solidFill>
                  <a:srgbClr val="162D42"/>
                </a:solidFill>
              </a:defRPr>
            </a:lvl7pPr>
            <a:lvl8pPr algn="ctr">
              <a:buNone/>
              <a:defRPr sz="1425" b="1">
                <a:solidFill>
                  <a:srgbClr val="162D42"/>
                </a:solidFill>
              </a:defRPr>
            </a:lvl8pPr>
            <a:lvl9pPr algn="ctr">
              <a:buNone/>
              <a:defRPr sz="1425" b="1">
                <a:solidFill>
                  <a:srgbClr val="162D42"/>
                </a:solidFill>
              </a:defRPr>
            </a:lvl9pPr>
          </a:lstStyle>
          <a:p xmlns:a="http://schemas.openxmlformats.org/drawingml/2006/main">
            <a:pPr algn="ctr">
              <a:buNone/>
              <a:defRPr sz="1425" b="1">
                <a:solidFill>
                  <a:srgbClr val="162D42"/>
                </a:solidFill>
              </a:defRPr>
            </a:pPr>
            <a:r>
              <a:rPr sz="1425" b="1">
                <a:solidFill>
                  <a:srgbClr val="162D42"/>
                </a:solidFill>
                <a:latin typeface="Arial"/>
                <a:ea typeface="Arial"/>
                <a:cs typeface="Arial"/>
              </a:rPr>
              <a:t>Vault KV v2</a:t>
            </a:r>
            <a:br>
              <a:rPr sz="1425" b="1">
                <a:solidFill>
                  <a:srgbClr val="162D42"/>
                </a:solidFill>
                <a:latin typeface="Arial"/>
                <a:ea typeface="Arial"/>
                <a:cs typeface="Arial"/>
              </a:rPr>
            </a:br>
            <a:r>
              <a:rPr sz="1425" b="1">
                <a:solidFill>
                  <a:srgbClr val="162D42"/>
                </a:solidFill>
                <a:latin typeface="Arial"/>
                <a:ea typeface="Arial"/>
                <a:cs typeface="Arial"/>
              </a:rPr>
              <a:t>EC2 independiente</a:t>
            </a:r>
          </a:p>
        </p:txBody>
      </p:sp>
      <p:sp>
        <p:nvSpPr>
          <p:cNvPr id="6" name="">
            <a:extLst xmlns:a="http://schemas.openxmlformats.org/drawingml/2006/main">
              <a:ext uri="{FF2B5EF4-FFF2-40B4-BE49-F238E27FC236}">
                <a16:creationId xmlns:a16="http://schemas.microsoft.com/office/drawing/2014/main" id="{BD573F17-0836-4565-9174-8EF79B011E40}"/>
              </a:ext>
            </a:extLst>
          </p:cNvPr>
          <p:cNvSpPr>
            <a:spLocks xmlns:a="http://schemas.openxmlformats.org/drawingml/2006/main" noGrp="1"/>
          </p:cNvSpPr>
          <p:nvPr/>
        </p:nvSpPr>
        <p:spPr>
          <a:xfrm xmlns:a="http://schemas.openxmlformats.org/drawingml/2006/main">
            <a:off x="8905875" y="2571750"/>
            <a:ext cx="2428875" cy="952500"/>
          </a:xfrm>
          <a:prstGeom xmlns:a="http://schemas.openxmlformats.org/drawingml/2006/main" prst="roundRect">
            <a:avLst>
              <a:gd name="adj" fmla="val 8000"/>
            </a:avLst>
          </a:prstGeom>
          <a:solidFill xmlns:a="http://schemas.openxmlformats.org/drawingml/2006/main">
            <a:srgbClr val="EAF2F6"/>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425" b="1">
                <a:solidFill>
                  <a:srgbClr val="162D42"/>
                </a:solidFill>
              </a:defRPr>
            </a:defPPr>
            <a:lvl1pPr algn="ctr">
              <a:buNone/>
              <a:defRPr sz="1425" b="1">
                <a:solidFill>
                  <a:srgbClr val="162D42"/>
                </a:solidFill>
              </a:defRPr>
            </a:lvl1pPr>
            <a:lvl2pPr algn="ctr">
              <a:buNone/>
              <a:defRPr sz="1425" b="1">
                <a:solidFill>
                  <a:srgbClr val="162D42"/>
                </a:solidFill>
              </a:defRPr>
            </a:lvl2pPr>
            <a:lvl3pPr algn="ctr">
              <a:buNone/>
              <a:defRPr sz="1425" b="1">
                <a:solidFill>
                  <a:srgbClr val="162D42"/>
                </a:solidFill>
              </a:defRPr>
            </a:lvl3pPr>
            <a:lvl4pPr algn="ctr">
              <a:buNone/>
              <a:defRPr sz="1425" b="1">
                <a:solidFill>
                  <a:srgbClr val="162D42"/>
                </a:solidFill>
              </a:defRPr>
            </a:lvl4pPr>
            <a:lvl5pPr algn="ctr">
              <a:buNone/>
              <a:defRPr sz="1425" b="1">
                <a:solidFill>
                  <a:srgbClr val="162D42"/>
                </a:solidFill>
              </a:defRPr>
            </a:lvl5pPr>
            <a:lvl6pPr algn="ctr">
              <a:buNone/>
              <a:defRPr sz="1425" b="1">
                <a:solidFill>
                  <a:srgbClr val="162D42"/>
                </a:solidFill>
              </a:defRPr>
            </a:lvl6pPr>
            <a:lvl7pPr algn="ctr">
              <a:buNone/>
              <a:defRPr sz="1425" b="1">
                <a:solidFill>
                  <a:srgbClr val="162D42"/>
                </a:solidFill>
              </a:defRPr>
            </a:lvl7pPr>
            <a:lvl8pPr algn="ctr">
              <a:buNone/>
              <a:defRPr sz="1425" b="1">
                <a:solidFill>
                  <a:srgbClr val="162D42"/>
                </a:solidFill>
              </a:defRPr>
            </a:lvl8pPr>
            <a:lvl9pPr algn="ctr">
              <a:buNone/>
              <a:defRPr sz="1425" b="1">
                <a:solidFill>
                  <a:srgbClr val="162D42"/>
                </a:solidFill>
              </a:defRPr>
            </a:lvl9pPr>
          </a:lstStyle>
          <a:p xmlns:a="http://schemas.openxmlformats.org/drawingml/2006/main">
            <a:pPr algn="ctr">
              <a:buNone/>
              <a:defRPr sz="1425" b="1">
                <a:solidFill>
                  <a:srgbClr val="162D42"/>
                </a:solidFill>
              </a:defRPr>
            </a:pPr>
            <a:r>
              <a:rPr sz="1425" b="1">
                <a:solidFill>
                  <a:srgbClr val="162D42"/>
                </a:solidFill>
                <a:latin typeface="Arial"/>
                <a:ea typeface="Arial"/>
                <a:cs typeface="Arial"/>
              </a:rPr>
              <a:t>EKS + Helm</a:t>
            </a:r>
            <a:br>
              <a:rPr sz="1425" b="1">
                <a:solidFill>
                  <a:srgbClr val="162D42"/>
                </a:solidFill>
                <a:latin typeface="Arial"/>
                <a:ea typeface="Arial"/>
                <a:cs typeface="Arial"/>
              </a:rPr>
            </a:br>
            <a:r>
              <a:rPr sz="1425" b="1">
                <a:solidFill>
                  <a:srgbClr val="162D42"/>
                </a:solidFill>
                <a:latin typeface="Arial"/>
                <a:ea typeface="Arial"/>
                <a:cs typeface="Arial"/>
              </a:rPr>
              <a:t>Aplicación privada</a:t>
            </a:r>
          </a:p>
        </p:txBody>
      </p:sp>
      <p:cxnSp>
        <p:nvCxnSpPr>
          <p:cNvPr id="7" name="">
            <a:extLst xmlns:a="http://schemas.openxmlformats.org/drawingml/2006/main">
              <a:ext uri="{FF2B5EF4-FFF2-40B4-BE49-F238E27FC236}">
                <a16:creationId xmlns:a16="http://schemas.microsoft.com/office/drawing/2014/main" id="{D3E7EBFE-2D51-4366-B0CB-7C0D3A5F3DB8}"/>
              </a:ext>
            </a:extLst>
          </p:cNvPr>
          <p:cNvCxnSpPr/>
          <p:nvPr/>
        </p:nvCxnSpPr>
        <p:spPr>
          <a:xfrm xmlns:a="http://schemas.openxmlformats.org/drawingml/2006/main">
            <a:off x="3286125" y="3048000"/>
            <a:ext cx="1476375" cy="0"/>
          </a:xfrm>
          <a:prstGeom xmlns:a="http://schemas.openxmlformats.org/drawingml/2006/main" prst="straightConnector1">
            <a:avLst/>
          </a:prstGeom>
          <a:ln xmlns:a="http://schemas.openxmlformats.org/drawingml/2006/main" w="28575">
            <a:solidFill>
              <a:srgbClr val="087F8C"/>
            </a:solidFill>
            <a:tailEnd type="arrow" w="med" len="med"/>
          </a:ln>
        </p:spPr>
      </p:cxnSp>
      <p:cxnSp>
        <p:nvCxnSpPr>
          <p:cNvPr id="8" name="">
            <a:extLst xmlns:a="http://schemas.openxmlformats.org/drawingml/2006/main">
              <a:ext uri="{FF2B5EF4-FFF2-40B4-BE49-F238E27FC236}">
                <a16:creationId xmlns:a16="http://schemas.microsoft.com/office/drawing/2014/main" id="{9C80BBB7-F4F5-442C-9BC7-0AEDD5103F02}"/>
              </a:ext>
            </a:extLst>
          </p:cNvPr>
          <p:cNvCxnSpPr/>
          <p:nvPr/>
        </p:nvCxnSpPr>
        <p:spPr>
          <a:xfrm xmlns:a="http://schemas.openxmlformats.org/drawingml/2006/main">
            <a:off x="7381875" y="3048000"/>
            <a:ext cx="1476375" cy="0"/>
          </a:xfrm>
          <a:prstGeom xmlns:a="http://schemas.openxmlformats.org/drawingml/2006/main" prst="straightConnector1">
            <a:avLst/>
          </a:prstGeom>
          <a:ln xmlns:a="http://schemas.openxmlformats.org/drawingml/2006/main" w="28575">
            <a:solidFill>
              <a:srgbClr val="087F8C"/>
            </a:solidFill>
            <a:tailEnd type="arrow" w="med" len="med"/>
          </a:ln>
        </p:spPr>
      </p:cxnSp>
      <p:sp>
        <p:nvSpPr>
          <p:cNvPr id="9" name="">
            <a:extLst xmlns:a="http://schemas.openxmlformats.org/drawingml/2006/main">
              <a:ext uri="{FF2B5EF4-FFF2-40B4-BE49-F238E27FC236}">
                <a16:creationId xmlns:a16="http://schemas.microsoft.com/office/drawing/2014/main" id="{7935E78C-6D20-4E26-94A7-E28BACD69463}"/>
              </a:ext>
            </a:extLst>
          </p:cNvPr>
          <p:cNvSpPr>
            <a:spLocks xmlns:a="http://schemas.openxmlformats.org/drawingml/2006/main" noGrp="1"/>
          </p:cNvSpPr>
          <p:nvPr/>
        </p:nvSpPr>
        <p:spPr>
          <a:xfrm xmlns:a="http://schemas.openxmlformats.org/drawingml/2006/main">
            <a:off x="3352800" y="254317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75" b="1">
                <a:solidFill>
                  <a:srgbClr val="4A6071"/>
                </a:solidFill>
              </a:defRPr>
            </a:defPPr>
            <a:lvl1pPr algn="ctr">
              <a:buNone/>
              <a:defRPr sz="1275" b="1">
                <a:solidFill>
                  <a:srgbClr val="4A6071"/>
                </a:solidFill>
              </a:defRPr>
            </a:lvl1pPr>
            <a:lvl2pPr algn="ctr">
              <a:buNone/>
              <a:defRPr sz="1275" b="1">
                <a:solidFill>
                  <a:srgbClr val="4A6071"/>
                </a:solidFill>
              </a:defRPr>
            </a:lvl2pPr>
            <a:lvl3pPr algn="ctr">
              <a:buNone/>
              <a:defRPr sz="1275" b="1">
                <a:solidFill>
                  <a:srgbClr val="4A6071"/>
                </a:solidFill>
              </a:defRPr>
            </a:lvl3pPr>
            <a:lvl4pPr algn="ctr">
              <a:buNone/>
              <a:defRPr sz="1275" b="1">
                <a:solidFill>
                  <a:srgbClr val="4A6071"/>
                </a:solidFill>
              </a:defRPr>
            </a:lvl4pPr>
            <a:lvl5pPr algn="ctr">
              <a:buNone/>
              <a:defRPr sz="1275" b="1">
                <a:solidFill>
                  <a:srgbClr val="4A6071"/>
                </a:solidFill>
              </a:defRPr>
            </a:lvl5pPr>
            <a:lvl6pPr algn="ctr">
              <a:buNone/>
              <a:defRPr sz="1275" b="1">
                <a:solidFill>
                  <a:srgbClr val="4A6071"/>
                </a:solidFill>
              </a:defRPr>
            </a:lvl6pPr>
            <a:lvl7pPr algn="ctr">
              <a:buNone/>
              <a:defRPr sz="1275" b="1">
                <a:solidFill>
                  <a:srgbClr val="4A6071"/>
                </a:solidFill>
              </a:defRPr>
            </a:lvl7pPr>
            <a:lvl8pPr algn="ctr">
              <a:buNone/>
              <a:defRPr sz="1275" b="1">
                <a:solidFill>
                  <a:srgbClr val="4A6071"/>
                </a:solidFill>
              </a:defRPr>
            </a:lvl8pPr>
            <a:lvl9pPr algn="ctr">
              <a:buNone/>
              <a:defRPr sz="1275" b="1">
                <a:solidFill>
                  <a:srgbClr val="4A6071"/>
                </a:solidFill>
              </a:defRPr>
            </a:lvl9pPr>
          </a:lstStyle>
          <a:p xmlns:a="http://schemas.openxmlformats.org/drawingml/2006/main">
            <a:pPr algn="ctr">
              <a:buNone/>
              <a:defRPr sz="1275" b="1">
                <a:solidFill>
                  <a:srgbClr val="4A6071"/>
                </a:solidFill>
              </a:defRPr>
            </a:pPr>
            <a:r>
              <a:rPr sz="1275" b="1">
                <a:solidFill>
                  <a:srgbClr val="4A6071"/>
                </a:solidFill>
                <a:latin typeface="Arial"/>
                <a:ea typeface="Arial"/>
                <a:cs typeface="Arial"/>
              </a:rPr>
              <a:t>OIDC + SSM/TLS</a:t>
            </a:r>
          </a:p>
        </p:txBody>
      </p:sp>
      <p:sp>
        <p:nvSpPr>
          <p:cNvPr id="10" name="">
            <a:extLst xmlns:a="http://schemas.openxmlformats.org/drawingml/2006/main">
              <a:ext uri="{FF2B5EF4-FFF2-40B4-BE49-F238E27FC236}">
                <a16:creationId xmlns:a16="http://schemas.microsoft.com/office/drawing/2014/main" id="{4D22E2A2-3F31-4F73-B3A5-C598C73E48C5}"/>
              </a:ext>
            </a:extLst>
          </p:cNvPr>
          <p:cNvSpPr>
            <a:spLocks xmlns:a="http://schemas.openxmlformats.org/drawingml/2006/main" noGrp="1"/>
          </p:cNvSpPr>
          <p:nvPr/>
        </p:nvSpPr>
        <p:spPr>
          <a:xfrm xmlns:a="http://schemas.openxmlformats.org/drawingml/2006/main">
            <a:off x="7486650" y="2543175"/>
            <a:ext cx="138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75" b="1">
                <a:solidFill>
                  <a:srgbClr val="4A6071"/>
                </a:solidFill>
              </a:defRPr>
            </a:defPPr>
            <a:lvl1pPr algn="ctr">
              <a:buNone/>
              <a:defRPr sz="1275" b="1">
                <a:solidFill>
                  <a:srgbClr val="4A6071"/>
                </a:solidFill>
              </a:defRPr>
            </a:lvl1pPr>
            <a:lvl2pPr algn="ctr">
              <a:buNone/>
              <a:defRPr sz="1275" b="1">
                <a:solidFill>
                  <a:srgbClr val="4A6071"/>
                </a:solidFill>
              </a:defRPr>
            </a:lvl2pPr>
            <a:lvl3pPr algn="ctr">
              <a:buNone/>
              <a:defRPr sz="1275" b="1">
                <a:solidFill>
                  <a:srgbClr val="4A6071"/>
                </a:solidFill>
              </a:defRPr>
            </a:lvl3pPr>
            <a:lvl4pPr algn="ctr">
              <a:buNone/>
              <a:defRPr sz="1275" b="1">
                <a:solidFill>
                  <a:srgbClr val="4A6071"/>
                </a:solidFill>
              </a:defRPr>
            </a:lvl4pPr>
            <a:lvl5pPr algn="ctr">
              <a:buNone/>
              <a:defRPr sz="1275" b="1">
                <a:solidFill>
                  <a:srgbClr val="4A6071"/>
                </a:solidFill>
              </a:defRPr>
            </a:lvl5pPr>
            <a:lvl6pPr algn="ctr">
              <a:buNone/>
              <a:defRPr sz="1275" b="1">
                <a:solidFill>
                  <a:srgbClr val="4A6071"/>
                </a:solidFill>
              </a:defRPr>
            </a:lvl6pPr>
            <a:lvl7pPr algn="ctr">
              <a:buNone/>
              <a:defRPr sz="1275" b="1">
                <a:solidFill>
                  <a:srgbClr val="4A6071"/>
                </a:solidFill>
              </a:defRPr>
            </a:lvl7pPr>
            <a:lvl8pPr algn="ctr">
              <a:buNone/>
              <a:defRPr sz="1275" b="1">
                <a:solidFill>
                  <a:srgbClr val="4A6071"/>
                </a:solidFill>
              </a:defRPr>
            </a:lvl8pPr>
            <a:lvl9pPr algn="ctr">
              <a:buNone/>
              <a:defRPr sz="1275" b="1">
                <a:solidFill>
                  <a:srgbClr val="4A6071"/>
                </a:solidFill>
              </a:defRPr>
            </a:lvl9pPr>
          </a:lstStyle>
          <a:p xmlns:a="http://schemas.openxmlformats.org/drawingml/2006/main">
            <a:pPr algn="ctr">
              <a:buNone/>
              <a:defRPr sz="1275" b="1">
                <a:solidFill>
                  <a:srgbClr val="4A6071"/>
                </a:solidFill>
              </a:defRPr>
            </a:pPr>
            <a:r>
              <a:rPr sz="1275" b="1">
                <a:solidFill>
                  <a:srgbClr val="4A6071"/>
                </a:solidFill>
                <a:latin typeface="Arial"/>
                <a:ea typeface="Arial"/>
                <a:cs typeface="Arial"/>
              </a:rPr>
              <a:t>Secret de aplicación</a:t>
            </a:r>
          </a:p>
        </p:txBody>
      </p:sp>
      <p:sp>
        <p:nvSpPr>
          <p:cNvPr id="11" name="">
            <a:extLst xmlns:a="http://schemas.openxmlformats.org/drawingml/2006/main">
              <a:ext uri="{FF2B5EF4-FFF2-40B4-BE49-F238E27FC236}">
                <a16:creationId xmlns:a16="http://schemas.microsoft.com/office/drawing/2014/main" id="{98499547-BF50-40C8-98C1-334C01747FFB}"/>
              </a:ext>
            </a:extLst>
          </p:cNvPr>
          <p:cNvSpPr>
            <a:spLocks xmlns:a="http://schemas.openxmlformats.org/drawingml/2006/main" noGrp="1"/>
          </p:cNvSpPr>
          <p:nvPr/>
        </p:nvSpPr>
        <p:spPr>
          <a:xfrm xmlns:a="http://schemas.openxmlformats.org/drawingml/2006/main">
            <a:off x="8905875" y="4619625"/>
            <a:ext cx="2428875" cy="647700"/>
          </a:xfrm>
          <a:prstGeom xmlns:a="http://schemas.openxmlformats.org/drawingml/2006/main" prst="roundRect">
            <a:avLst>
              <a:gd name="adj" fmla="val 11765"/>
            </a:avLst>
          </a:prstGeom>
          <a:solidFill xmlns:a="http://schemas.openxmlformats.org/drawingml/2006/main">
            <a:srgbClr val="F1F6F7"/>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350" b="1">
                <a:solidFill>
                  <a:srgbClr val="162D42"/>
                </a:solidFill>
              </a:defRPr>
            </a:defPPr>
            <a:lvl1pPr algn="ctr">
              <a:buNone/>
              <a:defRPr sz="1350" b="1">
                <a:solidFill>
                  <a:srgbClr val="162D42"/>
                </a:solidFill>
              </a:defRPr>
            </a:lvl1pPr>
            <a:lvl2pPr algn="ctr">
              <a:buNone/>
              <a:defRPr sz="1350" b="1">
                <a:solidFill>
                  <a:srgbClr val="162D42"/>
                </a:solidFill>
              </a:defRPr>
            </a:lvl2pPr>
            <a:lvl3pPr algn="ctr">
              <a:buNone/>
              <a:defRPr sz="1350" b="1">
                <a:solidFill>
                  <a:srgbClr val="162D42"/>
                </a:solidFill>
              </a:defRPr>
            </a:lvl3pPr>
            <a:lvl4pPr algn="ctr">
              <a:buNone/>
              <a:defRPr sz="1350" b="1">
                <a:solidFill>
                  <a:srgbClr val="162D42"/>
                </a:solidFill>
              </a:defRPr>
            </a:lvl4pPr>
            <a:lvl5pPr algn="ctr">
              <a:buNone/>
              <a:defRPr sz="1350" b="1">
                <a:solidFill>
                  <a:srgbClr val="162D42"/>
                </a:solidFill>
              </a:defRPr>
            </a:lvl5pPr>
            <a:lvl6pPr algn="ctr">
              <a:buNone/>
              <a:defRPr sz="1350" b="1">
                <a:solidFill>
                  <a:srgbClr val="162D42"/>
                </a:solidFill>
              </a:defRPr>
            </a:lvl6pPr>
            <a:lvl7pPr algn="ctr">
              <a:buNone/>
              <a:defRPr sz="1350" b="1">
                <a:solidFill>
                  <a:srgbClr val="162D42"/>
                </a:solidFill>
              </a:defRPr>
            </a:lvl7pPr>
            <a:lvl8pPr algn="ctr">
              <a:buNone/>
              <a:defRPr sz="1350" b="1">
                <a:solidFill>
                  <a:srgbClr val="162D42"/>
                </a:solidFill>
              </a:defRPr>
            </a:lvl8pPr>
            <a:lvl9pPr algn="ctr">
              <a:buNone/>
              <a:defRPr sz="1350" b="1">
                <a:solidFill>
                  <a:srgbClr val="162D42"/>
                </a:solidFill>
              </a:defRPr>
            </a:lvl9pPr>
          </a:lstStyle>
          <a:p xmlns:a="http://schemas.openxmlformats.org/drawingml/2006/main">
            <a:pPr algn="ctr">
              <a:buNone/>
              <a:defRPr sz="1350" b="1">
                <a:solidFill>
                  <a:srgbClr val="162D42"/>
                </a:solidFill>
              </a:defRPr>
            </a:pPr>
            <a:r>
              <a:rPr sz="1350" b="1">
                <a:solidFill>
                  <a:srgbClr val="162D42"/>
                </a:solidFill>
                <a:latin typeface="Arial"/>
                <a:ea typeface="Arial"/>
                <a:cs typeface="Arial"/>
              </a:rPr>
              <a:t>PostgreSQL privado</a:t>
            </a:r>
          </a:p>
        </p:txBody>
      </p:sp>
      <p:cxnSp>
        <p:nvCxnSpPr>
          <p:cNvPr id="12" name="">
            <a:extLst xmlns:a="http://schemas.openxmlformats.org/drawingml/2006/main">
              <a:ext uri="{FF2B5EF4-FFF2-40B4-BE49-F238E27FC236}">
                <a16:creationId xmlns:a16="http://schemas.microsoft.com/office/drawing/2014/main" id="{4332D54D-1236-461E-8CCB-1A515CA69B0C}"/>
              </a:ext>
            </a:extLst>
          </p:cNvPr>
          <p:cNvCxnSpPr/>
          <p:nvPr/>
        </p:nvCxnSpPr>
        <p:spPr>
          <a:xfrm xmlns:a="http://schemas.openxmlformats.org/drawingml/2006/main">
            <a:off x="10096500" y="3524250"/>
            <a:ext cx="0" cy="1047750"/>
          </a:xfrm>
          <a:prstGeom xmlns:a="http://schemas.openxmlformats.org/drawingml/2006/main" prst="straightConnector1">
            <a:avLst/>
          </a:prstGeom>
          <a:ln xmlns:a="http://schemas.openxmlformats.org/drawingml/2006/main" w="28575">
            <a:solidFill>
              <a:srgbClr val="087F8C"/>
            </a:solidFill>
            <a:tailEnd type="arrow" w="med" len="med"/>
          </a:ln>
        </p:spPr>
      </p:cxnSp>
      <p:sp>
        <p:nvSpPr>
          <p:cNvPr id="13" name="">
            <a:extLst xmlns:a="http://schemas.openxmlformats.org/drawingml/2006/main">
              <a:ext uri="{FF2B5EF4-FFF2-40B4-BE49-F238E27FC236}">
                <a16:creationId xmlns:a16="http://schemas.microsoft.com/office/drawing/2014/main" id="{74FCFBCC-D262-4647-8480-C48B5AC02198}"/>
              </a:ext>
            </a:extLst>
          </p:cNvPr>
          <p:cNvSpPr>
            <a:spLocks xmlns:a="http://schemas.openxmlformats.org/drawingml/2006/main" noGrp="1"/>
          </p:cNvSpPr>
          <p:nvPr/>
        </p:nvSpPr>
        <p:spPr>
          <a:xfrm xmlns:a="http://schemas.openxmlformats.org/drawingml/2006/main">
            <a:off x="857250" y="182880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0243A"/>
                </a:solidFill>
              </a:defRPr>
            </a:defPPr>
            <a:lvl1pPr algn="l">
              <a:buNone/>
              <a:defRPr sz="1650" b="1">
                <a:solidFill>
                  <a:srgbClr val="10243A"/>
                </a:solidFill>
              </a:defRPr>
            </a:lvl1pPr>
            <a:lvl2pPr algn="l">
              <a:buNone/>
              <a:defRPr sz="1650" b="1">
                <a:solidFill>
                  <a:srgbClr val="10243A"/>
                </a:solidFill>
              </a:defRPr>
            </a:lvl2pPr>
            <a:lvl3pPr algn="l">
              <a:buNone/>
              <a:defRPr sz="1650" b="1">
                <a:solidFill>
                  <a:srgbClr val="10243A"/>
                </a:solidFill>
              </a:defRPr>
            </a:lvl3pPr>
            <a:lvl4pPr algn="l">
              <a:buNone/>
              <a:defRPr sz="1650" b="1">
                <a:solidFill>
                  <a:srgbClr val="10243A"/>
                </a:solidFill>
              </a:defRPr>
            </a:lvl4pPr>
            <a:lvl5pPr algn="l">
              <a:buNone/>
              <a:defRPr sz="1650" b="1">
                <a:solidFill>
                  <a:srgbClr val="10243A"/>
                </a:solidFill>
              </a:defRPr>
            </a:lvl5pPr>
            <a:lvl6pPr algn="l">
              <a:buNone/>
              <a:defRPr sz="1650" b="1">
                <a:solidFill>
                  <a:srgbClr val="10243A"/>
                </a:solidFill>
              </a:defRPr>
            </a:lvl6pPr>
            <a:lvl7pPr algn="l">
              <a:buNone/>
              <a:defRPr sz="1650" b="1">
                <a:solidFill>
                  <a:srgbClr val="10243A"/>
                </a:solidFill>
              </a:defRPr>
            </a:lvl7pPr>
            <a:lvl8pPr algn="l">
              <a:buNone/>
              <a:defRPr sz="1650" b="1">
                <a:solidFill>
                  <a:srgbClr val="10243A"/>
                </a:solidFill>
              </a:defRPr>
            </a:lvl8pPr>
            <a:lvl9pPr algn="l">
              <a:buNone/>
              <a:defRPr sz="1650" b="1">
                <a:solidFill>
                  <a:srgbClr val="10243A"/>
                </a:solidFill>
              </a:defRPr>
            </a:lvl9pPr>
          </a:lstStyle>
          <a:p xmlns:a="http://schemas.openxmlformats.org/drawingml/2006/main">
            <a:pPr algn="l">
              <a:buNone/>
              <a:defRPr sz="1650" b="1">
                <a:solidFill>
                  <a:srgbClr val="10243A"/>
                </a:solidFill>
              </a:defRPr>
            </a:pPr>
            <a:r>
              <a:rPr sz="1650" b="1">
                <a:solidFill>
                  <a:srgbClr val="10243A"/>
                </a:solidFill>
                <a:latin typeface="Arial"/>
                <a:ea typeface="Arial"/>
                <a:cs typeface="Arial"/>
              </a:rPr>
              <a:t>Terraform: red, EKS, EC2 y KMS</a:t>
            </a:r>
          </a:p>
        </p:txBody>
      </p:sp>
      <p:sp>
        <p:nvSpPr>
          <p:cNvPr id="14" name="">
            <a:extLst xmlns:a="http://schemas.openxmlformats.org/drawingml/2006/main">
              <a:ext uri="{FF2B5EF4-FFF2-40B4-BE49-F238E27FC236}">
                <a16:creationId xmlns:a16="http://schemas.microsoft.com/office/drawing/2014/main" id="{253B58E6-D0D2-4FCE-B1E0-65F69E2EE539}"/>
              </a:ext>
            </a:extLst>
          </p:cNvPr>
          <p:cNvSpPr>
            <a:spLocks xmlns:a="http://schemas.openxmlformats.org/drawingml/2006/main" noGrp="1"/>
          </p:cNvSpPr>
          <p:nvPr/>
        </p:nvSpPr>
        <p:spPr>
          <a:xfrm xmlns:a="http://schemas.openxmlformats.org/drawingml/2006/main">
            <a:off x="4810125" y="1828800"/>
            <a:ext cx="638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4A6071"/>
                </a:solidFill>
              </a:defRPr>
            </a:defPPr>
            <a:lvl1pPr algn="l">
              <a:buNone/>
              <a:defRPr sz="1500" b="0">
                <a:solidFill>
                  <a:srgbClr val="4A6071"/>
                </a:solidFill>
              </a:defRPr>
            </a:lvl1pPr>
            <a:lvl2pPr algn="l">
              <a:buNone/>
              <a:defRPr sz="1500" b="0">
                <a:solidFill>
                  <a:srgbClr val="4A6071"/>
                </a:solidFill>
              </a:defRPr>
            </a:lvl2pPr>
            <a:lvl3pPr algn="l">
              <a:buNone/>
              <a:defRPr sz="1500" b="0">
                <a:solidFill>
                  <a:srgbClr val="4A6071"/>
                </a:solidFill>
              </a:defRPr>
            </a:lvl3pPr>
            <a:lvl4pPr algn="l">
              <a:buNone/>
              <a:defRPr sz="1500" b="0">
                <a:solidFill>
                  <a:srgbClr val="4A6071"/>
                </a:solidFill>
              </a:defRPr>
            </a:lvl4pPr>
            <a:lvl5pPr algn="l">
              <a:buNone/>
              <a:defRPr sz="1500" b="0">
                <a:solidFill>
                  <a:srgbClr val="4A6071"/>
                </a:solidFill>
              </a:defRPr>
            </a:lvl5pPr>
            <a:lvl6pPr algn="l">
              <a:buNone/>
              <a:defRPr sz="1500" b="0">
                <a:solidFill>
                  <a:srgbClr val="4A6071"/>
                </a:solidFill>
              </a:defRPr>
            </a:lvl6pPr>
            <a:lvl7pPr algn="l">
              <a:buNone/>
              <a:defRPr sz="1500" b="0">
                <a:solidFill>
                  <a:srgbClr val="4A6071"/>
                </a:solidFill>
              </a:defRPr>
            </a:lvl7pPr>
            <a:lvl8pPr algn="l">
              <a:buNone/>
              <a:defRPr sz="1500" b="0">
                <a:solidFill>
                  <a:srgbClr val="4A6071"/>
                </a:solidFill>
              </a:defRPr>
            </a:lvl8pPr>
            <a:lvl9pPr algn="l">
              <a:buNone/>
              <a:defRPr sz="1500" b="0">
                <a:solidFill>
                  <a:srgbClr val="4A6071"/>
                </a:solidFill>
              </a:defRPr>
            </a:lvl9pPr>
          </a:lstStyle>
          <a:p xmlns:a="http://schemas.openxmlformats.org/drawingml/2006/main">
            <a:pPr algn="l">
              <a:buNone/>
              <a:defRPr sz="1500" b="0">
                <a:solidFill>
                  <a:srgbClr val="4A6071"/>
                </a:solidFill>
              </a:defRPr>
            </a:pPr>
            <a:r>
              <a:rPr sz="1500" b="0">
                <a:solidFill>
                  <a:srgbClr val="4A6071"/>
                </a:solidFill>
                <a:latin typeface="Arial"/>
                <a:ea typeface="Arial"/>
                <a:cs typeface="Arial"/>
              </a:rPr>
              <a:t>Ansible: instalación y configuración repetible de Vault por SSM</a:t>
            </a:r>
          </a:p>
        </p:txBody>
      </p:sp>
      <p:sp>
        <p:nvSpPr>
          <p:cNvPr id="15" name="">
            <a:extLst xmlns:a="http://schemas.openxmlformats.org/drawingml/2006/main">
              <a:ext uri="{FF2B5EF4-FFF2-40B4-BE49-F238E27FC236}">
                <a16:creationId xmlns:a16="http://schemas.microsoft.com/office/drawing/2014/main" id="{D529E775-5A0E-4590-B164-25BF1270F7F9}"/>
              </a:ext>
            </a:extLst>
          </p:cNvPr>
          <p:cNvSpPr>
            <a:spLocks xmlns:a="http://schemas.openxmlformats.org/drawingml/2006/main" noGrp="1"/>
          </p:cNvSpPr>
          <p:nvPr/>
        </p:nvSpPr>
        <p:spPr>
          <a:xfrm xmlns:a="http://schemas.openxmlformats.org/drawingml/2006/main">
            <a:off x="857250" y="5762625"/>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4A6071"/>
                </a:solidFill>
              </a:defRPr>
            </a:defPPr>
            <a:lvl1pPr algn="l">
              <a:buNone/>
              <a:defRPr sz="1425" b="0">
                <a:solidFill>
                  <a:srgbClr val="4A6071"/>
                </a:solidFill>
              </a:defRPr>
            </a:lvl1pPr>
            <a:lvl2pPr algn="l">
              <a:buNone/>
              <a:defRPr sz="1425" b="0">
                <a:solidFill>
                  <a:srgbClr val="4A6071"/>
                </a:solidFill>
              </a:defRPr>
            </a:lvl2pPr>
            <a:lvl3pPr algn="l">
              <a:buNone/>
              <a:defRPr sz="1425" b="0">
                <a:solidFill>
                  <a:srgbClr val="4A6071"/>
                </a:solidFill>
              </a:defRPr>
            </a:lvl3pPr>
            <a:lvl4pPr algn="l">
              <a:buNone/>
              <a:defRPr sz="1425" b="0">
                <a:solidFill>
                  <a:srgbClr val="4A6071"/>
                </a:solidFill>
              </a:defRPr>
            </a:lvl4pPr>
            <a:lvl5pPr algn="l">
              <a:buNone/>
              <a:defRPr sz="1425" b="0">
                <a:solidFill>
                  <a:srgbClr val="4A6071"/>
                </a:solidFill>
              </a:defRPr>
            </a:lvl5pPr>
            <a:lvl6pPr algn="l">
              <a:buNone/>
              <a:defRPr sz="1425" b="0">
                <a:solidFill>
                  <a:srgbClr val="4A6071"/>
                </a:solidFill>
              </a:defRPr>
            </a:lvl6pPr>
            <a:lvl7pPr algn="l">
              <a:buNone/>
              <a:defRPr sz="1425" b="0">
                <a:solidFill>
                  <a:srgbClr val="4A6071"/>
                </a:solidFill>
              </a:defRPr>
            </a:lvl7pPr>
            <a:lvl8pPr algn="l">
              <a:buNone/>
              <a:defRPr sz="1425" b="0">
                <a:solidFill>
                  <a:srgbClr val="4A6071"/>
                </a:solidFill>
              </a:defRPr>
            </a:lvl8pPr>
            <a:lvl9pPr algn="l">
              <a:buNone/>
              <a:defRPr sz="1425" b="0">
                <a:solidFill>
                  <a:srgbClr val="4A6071"/>
                </a:solidFill>
              </a:defRPr>
            </a:lvl9pPr>
          </a:lstStyle>
          <a:p xmlns:a="http://schemas.openxmlformats.org/drawingml/2006/main">
            <a:pPr algn="l">
              <a:buNone/>
              <a:defRPr sz="1425" b="0">
                <a:solidFill>
                  <a:srgbClr val="4A6071"/>
                </a:solidFill>
              </a:defRPr>
            </a:pPr>
            <a:r>
              <a:rPr sz="1425" b="0">
                <a:solidFill>
                  <a:srgbClr val="4A6071"/>
                </a:solidFill>
                <a:latin typeface="Arial"/>
                <a:ea typeface="Arial"/>
                <a:cs typeface="Arial"/>
              </a:rPr>
              <a:t>La UI de Vault usa un túnel SSM al puerto 8200. El frontend del Lab se consulta por port-forward.</a:t>
            </a:r>
          </a:p>
        </p:txBody>
      </p:sp>
    </p:spTree>
    <p:extLst>
      <p:ext uri="{BB962C8B-B14F-4D97-AF65-F5344CB8AC3E}">
        <p14:creationId xmlns:p14="http://schemas.microsoft.com/office/powerpoint/2010/main" val="13188554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19757B4-2FDE-4DB3-AD39-6B56C2B1ECBA}"/>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0243A"/>
                </a:solidFill>
              </a:defRPr>
            </a:defPPr>
            <a:lvl1pPr algn="l">
              <a:buNone/>
              <a:defRPr sz="2850" b="1">
                <a:solidFill>
                  <a:srgbClr val="10243A"/>
                </a:solidFill>
              </a:defRPr>
            </a:lvl1pPr>
            <a:lvl2pPr algn="l">
              <a:buNone/>
              <a:defRPr sz="2850" b="1">
                <a:solidFill>
                  <a:srgbClr val="10243A"/>
                </a:solidFill>
              </a:defRPr>
            </a:lvl2pPr>
            <a:lvl3pPr algn="l">
              <a:buNone/>
              <a:defRPr sz="2850" b="1">
                <a:solidFill>
                  <a:srgbClr val="10243A"/>
                </a:solidFill>
              </a:defRPr>
            </a:lvl3pPr>
            <a:lvl4pPr algn="l">
              <a:buNone/>
              <a:defRPr sz="2850" b="1">
                <a:solidFill>
                  <a:srgbClr val="10243A"/>
                </a:solidFill>
              </a:defRPr>
            </a:lvl4pPr>
            <a:lvl5pPr algn="l">
              <a:buNone/>
              <a:defRPr sz="2850" b="1">
                <a:solidFill>
                  <a:srgbClr val="10243A"/>
                </a:solidFill>
              </a:defRPr>
            </a:lvl5pPr>
            <a:lvl6pPr algn="l">
              <a:buNone/>
              <a:defRPr sz="2850" b="1">
                <a:solidFill>
                  <a:srgbClr val="10243A"/>
                </a:solidFill>
              </a:defRPr>
            </a:lvl6pPr>
            <a:lvl7pPr algn="l">
              <a:buNone/>
              <a:defRPr sz="2850" b="1">
                <a:solidFill>
                  <a:srgbClr val="10243A"/>
                </a:solidFill>
              </a:defRPr>
            </a:lvl7pPr>
            <a:lvl8pPr algn="l">
              <a:buNone/>
              <a:defRPr sz="2850" b="1">
                <a:solidFill>
                  <a:srgbClr val="10243A"/>
                </a:solidFill>
              </a:defRPr>
            </a:lvl8pPr>
            <a:lvl9pPr algn="l">
              <a:buNone/>
              <a:defRPr sz="2850" b="1">
                <a:solidFill>
                  <a:srgbClr val="10243A"/>
                </a:solidFill>
              </a:defRPr>
            </a:lvl9pPr>
          </a:lstStyle>
          <a:p xmlns:a="http://schemas.openxmlformats.org/drawingml/2006/main">
            <a:pPr algn="l">
              <a:buNone/>
              <a:defRPr sz="2850" b="1">
                <a:solidFill>
                  <a:srgbClr val="10243A"/>
                </a:solidFill>
              </a:defRPr>
            </a:pPr>
            <a:r>
              <a:rPr sz="2850" b="1">
                <a:solidFill>
                  <a:srgbClr val="10243A"/>
                </a:solidFill>
                <a:latin typeface="Arial"/>
                <a:ea typeface="Arial"/>
                <a:cs typeface="Arial"/>
              </a:rPr>
              <a:t>Controles de seguridad implementados</a:t>
            </a:r>
          </a:p>
        </p:txBody>
      </p:sp>
      <p:sp>
        <p:nvSpPr>
          <p:cNvPr id="2" name="">
            <a:extLst xmlns:a="http://schemas.openxmlformats.org/drawingml/2006/main">
              <a:ext uri="{FF2B5EF4-FFF2-40B4-BE49-F238E27FC236}">
                <a16:creationId xmlns:a16="http://schemas.microsoft.com/office/drawing/2014/main" id="{F9553CCA-992C-4485-8705-82A168A04AD1}"/>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EC08666C-77C2-4896-8067-F4BBD9BDCF58}"/>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75" b="0">
                <a:solidFill>
                  <a:srgbClr val="4A6071"/>
                </a:solidFill>
              </a:defRPr>
            </a:defPPr>
            <a:lvl1pPr algn="r">
              <a:buNone/>
              <a:defRPr sz="1275" b="0">
                <a:solidFill>
                  <a:srgbClr val="4A6071"/>
                </a:solidFill>
              </a:defRPr>
            </a:lvl1pPr>
            <a:lvl2pPr algn="r">
              <a:buNone/>
              <a:defRPr sz="1275" b="0">
                <a:solidFill>
                  <a:srgbClr val="4A6071"/>
                </a:solidFill>
              </a:defRPr>
            </a:lvl2pPr>
            <a:lvl3pPr algn="r">
              <a:buNone/>
              <a:defRPr sz="1275" b="0">
                <a:solidFill>
                  <a:srgbClr val="4A6071"/>
                </a:solidFill>
              </a:defRPr>
            </a:lvl3pPr>
            <a:lvl4pPr algn="r">
              <a:buNone/>
              <a:defRPr sz="1275" b="0">
                <a:solidFill>
                  <a:srgbClr val="4A6071"/>
                </a:solidFill>
              </a:defRPr>
            </a:lvl4pPr>
            <a:lvl5pPr algn="r">
              <a:buNone/>
              <a:defRPr sz="1275" b="0">
                <a:solidFill>
                  <a:srgbClr val="4A6071"/>
                </a:solidFill>
              </a:defRPr>
            </a:lvl5pPr>
            <a:lvl6pPr algn="r">
              <a:buNone/>
              <a:defRPr sz="1275" b="0">
                <a:solidFill>
                  <a:srgbClr val="4A6071"/>
                </a:solidFill>
              </a:defRPr>
            </a:lvl6pPr>
            <a:lvl7pPr algn="r">
              <a:buNone/>
              <a:defRPr sz="1275" b="0">
                <a:solidFill>
                  <a:srgbClr val="4A6071"/>
                </a:solidFill>
              </a:defRPr>
            </a:lvl7pPr>
            <a:lvl8pPr algn="r">
              <a:buNone/>
              <a:defRPr sz="1275" b="0">
                <a:solidFill>
                  <a:srgbClr val="4A6071"/>
                </a:solidFill>
              </a:defRPr>
            </a:lvl8pPr>
            <a:lvl9pPr algn="r">
              <a:buNone/>
              <a:defRPr sz="1275" b="0">
                <a:solidFill>
                  <a:srgbClr val="4A6071"/>
                </a:solidFill>
              </a:defRPr>
            </a:lvl9pPr>
          </a:lstStyle>
          <a:p xmlns:a="http://schemas.openxmlformats.org/drawingml/2006/main">
            <a:pPr algn="r">
              <a:buNone/>
              <a:defRPr sz="1275" b="0">
                <a:solidFill>
                  <a:srgbClr val="4A6071"/>
                </a:solidFill>
              </a:defRPr>
            </a:pPr>
            <a:r>
              <a:rPr sz="1275" b="0">
                <a:solidFill>
                  <a:srgbClr val="4A6071"/>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6FFE62B-C8F3-4808-B980-3EF2414E2846}"/>
              </a:ext>
            </a:extLst>
          </p:cNvPr>
          <p:cNvSpPr>
            <a:spLocks xmlns:a="http://schemas.openxmlformats.org/drawingml/2006/main" noGrp="1"/>
          </p:cNvSpPr>
          <p:nvPr/>
        </p:nvSpPr>
        <p:spPr>
          <a:xfrm xmlns:a="http://schemas.openxmlformats.org/drawingml/2006/main">
            <a:off x="762000" y="180975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45F91"/>
                </a:solidFill>
              </a:defRPr>
            </a:defPPr>
            <a:lvl1pPr algn="l">
              <a:buNone/>
              <a:defRPr sz="2025" b="1">
                <a:solidFill>
                  <a:srgbClr val="145F91"/>
                </a:solidFill>
              </a:defRPr>
            </a:lvl1pPr>
            <a:lvl2pPr algn="l">
              <a:buNone/>
              <a:defRPr sz="2025" b="1">
                <a:solidFill>
                  <a:srgbClr val="145F91"/>
                </a:solidFill>
              </a:defRPr>
            </a:lvl2pPr>
            <a:lvl3pPr algn="l">
              <a:buNone/>
              <a:defRPr sz="2025" b="1">
                <a:solidFill>
                  <a:srgbClr val="145F91"/>
                </a:solidFill>
              </a:defRPr>
            </a:lvl3pPr>
            <a:lvl4pPr algn="l">
              <a:buNone/>
              <a:defRPr sz="2025" b="1">
                <a:solidFill>
                  <a:srgbClr val="145F91"/>
                </a:solidFill>
              </a:defRPr>
            </a:lvl4pPr>
            <a:lvl5pPr algn="l">
              <a:buNone/>
              <a:defRPr sz="2025" b="1">
                <a:solidFill>
                  <a:srgbClr val="145F91"/>
                </a:solidFill>
              </a:defRPr>
            </a:lvl5pPr>
            <a:lvl6pPr algn="l">
              <a:buNone/>
              <a:defRPr sz="2025" b="1">
                <a:solidFill>
                  <a:srgbClr val="145F91"/>
                </a:solidFill>
              </a:defRPr>
            </a:lvl6pPr>
            <a:lvl7pPr algn="l">
              <a:buNone/>
              <a:defRPr sz="2025" b="1">
                <a:solidFill>
                  <a:srgbClr val="145F91"/>
                </a:solidFill>
              </a:defRPr>
            </a:lvl7pPr>
            <a:lvl8pPr algn="l">
              <a:buNone/>
              <a:defRPr sz="2025" b="1">
                <a:solidFill>
                  <a:srgbClr val="145F91"/>
                </a:solidFill>
              </a:defRPr>
            </a:lvl8pPr>
            <a:lvl9pPr algn="l">
              <a:buNone/>
              <a:defRPr sz="2025" b="1">
                <a:solidFill>
                  <a:srgbClr val="145F91"/>
                </a:solidFill>
              </a:defRPr>
            </a:lvl9pPr>
          </a:lstStyle>
          <a:p xmlns:a="http://schemas.openxmlformats.org/drawingml/2006/main">
            <a:pPr algn="l">
              <a:buNone/>
              <a:defRPr sz="2025" b="1">
                <a:solidFill>
                  <a:srgbClr val="145F91"/>
                </a:solidFill>
              </a:defRPr>
            </a:pPr>
            <a:r>
              <a:rPr sz="2025" b="1">
                <a:solidFill>
                  <a:srgbClr val="145F91"/>
                </a:solidFill>
                <a:latin typeface="Arial"/>
                <a:ea typeface="Arial"/>
                <a:cs typeface="Arial"/>
              </a:rPr>
              <a:t>Acceso a Vault</a:t>
            </a:r>
          </a:p>
        </p:txBody>
      </p:sp>
      <p:sp>
        <p:nvSpPr>
          <p:cNvPr id="5" name="">
            <a:extLst xmlns:a="http://schemas.openxmlformats.org/drawingml/2006/main">
              <a:ext uri="{FF2B5EF4-FFF2-40B4-BE49-F238E27FC236}">
                <a16:creationId xmlns:a16="http://schemas.microsoft.com/office/drawing/2014/main" id="{43A59322-14F8-45E0-95F8-EF274FAD6FEB}"/>
              </a:ext>
            </a:extLst>
          </p:cNvPr>
          <p:cNvSpPr>
            <a:spLocks xmlns:a="http://schemas.openxmlformats.org/drawingml/2006/main" noGrp="1"/>
          </p:cNvSpPr>
          <p:nvPr/>
        </p:nvSpPr>
        <p:spPr>
          <a:xfrm xmlns:a="http://schemas.openxmlformats.org/drawingml/2006/main">
            <a:off x="762000" y="2400300"/>
            <a:ext cx="4667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62D42"/>
                </a:solidFill>
              </a:defRPr>
            </a:defPPr>
            <a:lvl1pPr algn="l">
              <a:buNone/>
              <a:defRPr sz="1650" b="0">
                <a:solidFill>
                  <a:srgbClr val="162D42"/>
                </a:solidFill>
              </a:defRPr>
            </a:lvl1pPr>
            <a:lvl2pPr algn="l">
              <a:buNone/>
              <a:defRPr sz="1650" b="0">
                <a:solidFill>
                  <a:srgbClr val="162D42"/>
                </a:solidFill>
              </a:defRPr>
            </a:lvl2pPr>
            <a:lvl3pPr algn="l">
              <a:buNone/>
              <a:defRPr sz="1650" b="0">
                <a:solidFill>
                  <a:srgbClr val="162D42"/>
                </a:solidFill>
              </a:defRPr>
            </a:lvl3pPr>
            <a:lvl4pPr algn="l">
              <a:buNone/>
              <a:defRPr sz="1650" b="0">
                <a:solidFill>
                  <a:srgbClr val="162D42"/>
                </a:solidFill>
              </a:defRPr>
            </a:lvl4pPr>
            <a:lvl5pPr algn="l">
              <a:buNone/>
              <a:defRPr sz="1650" b="0">
                <a:solidFill>
                  <a:srgbClr val="162D42"/>
                </a:solidFill>
              </a:defRPr>
            </a:lvl5pPr>
            <a:lvl6pPr algn="l">
              <a:buNone/>
              <a:defRPr sz="1650" b="0">
                <a:solidFill>
                  <a:srgbClr val="162D42"/>
                </a:solidFill>
              </a:defRPr>
            </a:lvl6pPr>
            <a:lvl7pPr algn="l">
              <a:buNone/>
              <a:defRPr sz="1650" b="0">
                <a:solidFill>
                  <a:srgbClr val="162D42"/>
                </a:solidFill>
              </a:defRPr>
            </a:lvl7pPr>
            <a:lvl8pPr algn="l">
              <a:buNone/>
              <a:defRPr sz="1650" b="0">
                <a:solidFill>
                  <a:srgbClr val="162D42"/>
                </a:solidFill>
              </a:defRPr>
            </a:lvl8pPr>
            <a:lvl9pPr algn="l">
              <a:buNone/>
              <a:defRPr sz="1650" b="0">
                <a:solidFill>
                  <a:srgbClr val="162D42"/>
                </a:solidFill>
              </a:defRPr>
            </a:lvl9pPr>
          </a:lstStyle>
          <a:p xmlns:a="http://schemas.openxmlformats.org/drawingml/2006/main">
            <a:pPr algn="l">
              <a:buNone/>
              <a:defRPr sz="1650" b="0">
                <a:solidFill>
                  <a:srgbClr val="162D42"/>
                </a:solidFill>
              </a:defRPr>
            </a:pPr>
            <a:r>
              <a:rPr sz="1650" b="0">
                <a:solidFill>
                  <a:srgbClr val="162D42"/>
                </a:solidFill>
                <a:latin typeface="Arial"/>
                <a:ea typeface="Arial"/>
                <a:cs typeface="Arial"/>
              </a:rPr>
              <a:t>SSM y TLS verificado; EC2 separada del clúster; UI por túnel.</a:t>
            </a:r>
          </a:p>
        </p:txBody>
      </p:sp>
      <p:sp>
        <p:nvSpPr>
          <p:cNvPr id="6" name="">
            <a:extLst xmlns:a="http://schemas.openxmlformats.org/drawingml/2006/main">
              <a:ext uri="{FF2B5EF4-FFF2-40B4-BE49-F238E27FC236}">
                <a16:creationId xmlns:a16="http://schemas.microsoft.com/office/drawing/2014/main" id="{CDD0A511-A333-4960-BBB4-C94FD4C25FBC}"/>
              </a:ext>
            </a:extLst>
          </p:cNvPr>
          <p:cNvSpPr>
            <a:spLocks xmlns:a="http://schemas.openxmlformats.org/drawingml/2006/main" noGrp="1"/>
          </p:cNvSpPr>
          <p:nvPr/>
        </p:nvSpPr>
        <p:spPr>
          <a:xfrm xmlns:a="http://schemas.openxmlformats.org/drawingml/2006/main">
            <a:off x="6477000" y="180975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45F91"/>
                </a:solidFill>
              </a:defRPr>
            </a:defPPr>
            <a:lvl1pPr algn="l">
              <a:buNone/>
              <a:defRPr sz="2025" b="1">
                <a:solidFill>
                  <a:srgbClr val="145F91"/>
                </a:solidFill>
              </a:defRPr>
            </a:lvl1pPr>
            <a:lvl2pPr algn="l">
              <a:buNone/>
              <a:defRPr sz="2025" b="1">
                <a:solidFill>
                  <a:srgbClr val="145F91"/>
                </a:solidFill>
              </a:defRPr>
            </a:lvl2pPr>
            <a:lvl3pPr algn="l">
              <a:buNone/>
              <a:defRPr sz="2025" b="1">
                <a:solidFill>
                  <a:srgbClr val="145F91"/>
                </a:solidFill>
              </a:defRPr>
            </a:lvl3pPr>
            <a:lvl4pPr algn="l">
              <a:buNone/>
              <a:defRPr sz="2025" b="1">
                <a:solidFill>
                  <a:srgbClr val="145F91"/>
                </a:solidFill>
              </a:defRPr>
            </a:lvl4pPr>
            <a:lvl5pPr algn="l">
              <a:buNone/>
              <a:defRPr sz="2025" b="1">
                <a:solidFill>
                  <a:srgbClr val="145F91"/>
                </a:solidFill>
              </a:defRPr>
            </a:lvl5pPr>
            <a:lvl6pPr algn="l">
              <a:buNone/>
              <a:defRPr sz="2025" b="1">
                <a:solidFill>
                  <a:srgbClr val="145F91"/>
                </a:solidFill>
              </a:defRPr>
            </a:lvl6pPr>
            <a:lvl7pPr algn="l">
              <a:buNone/>
              <a:defRPr sz="2025" b="1">
                <a:solidFill>
                  <a:srgbClr val="145F91"/>
                </a:solidFill>
              </a:defRPr>
            </a:lvl7pPr>
            <a:lvl8pPr algn="l">
              <a:buNone/>
              <a:defRPr sz="2025" b="1">
                <a:solidFill>
                  <a:srgbClr val="145F91"/>
                </a:solidFill>
              </a:defRPr>
            </a:lvl8pPr>
            <a:lvl9pPr algn="l">
              <a:buNone/>
              <a:defRPr sz="2025" b="1">
                <a:solidFill>
                  <a:srgbClr val="145F91"/>
                </a:solidFill>
              </a:defRPr>
            </a:lvl9pPr>
          </a:lstStyle>
          <a:p xmlns:a="http://schemas.openxmlformats.org/drawingml/2006/main">
            <a:pPr algn="l">
              <a:buNone/>
              <a:defRPr sz="2025" b="1">
                <a:solidFill>
                  <a:srgbClr val="145F91"/>
                </a:solidFill>
              </a:defRPr>
            </a:pPr>
            <a:r>
              <a:rPr sz="2025" b="1">
                <a:solidFill>
                  <a:srgbClr val="145F91"/>
                </a:solidFill>
                <a:latin typeface="Arial"/>
                <a:ea typeface="Arial"/>
                <a:cs typeface="Arial"/>
              </a:rPr>
              <a:t>Identidad CI</a:t>
            </a:r>
          </a:p>
        </p:txBody>
      </p:sp>
      <p:sp>
        <p:nvSpPr>
          <p:cNvPr id="7" name="">
            <a:extLst xmlns:a="http://schemas.openxmlformats.org/drawingml/2006/main">
              <a:ext uri="{FF2B5EF4-FFF2-40B4-BE49-F238E27FC236}">
                <a16:creationId xmlns:a16="http://schemas.microsoft.com/office/drawing/2014/main" id="{D3607009-E107-4434-A454-97DEDA2E89DF}"/>
              </a:ext>
            </a:extLst>
          </p:cNvPr>
          <p:cNvSpPr>
            <a:spLocks xmlns:a="http://schemas.openxmlformats.org/drawingml/2006/main" noGrp="1"/>
          </p:cNvSpPr>
          <p:nvPr/>
        </p:nvSpPr>
        <p:spPr>
          <a:xfrm xmlns:a="http://schemas.openxmlformats.org/drawingml/2006/main">
            <a:off x="6477000" y="2400300"/>
            <a:ext cx="4667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62D42"/>
                </a:solidFill>
              </a:defRPr>
            </a:defPPr>
            <a:lvl1pPr algn="l">
              <a:buNone/>
              <a:defRPr sz="1650" b="0">
                <a:solidFill>
                  <a:srgbClr val="162D42"/>
                </a:solidFill>
              </a:defRPr>
            </a:lvl1pPr>
            <a:lvl2pPr algn="l">
              <a:buNone/>
              <a:defRPr sz="1650" b="0">
                <a:solidFill>
                  <a:srgbClr val="162D42"/>
                </a:solidFill>
              </a:defRPr>
            </a:lvl2pPr>
            <a:lvl3pPr algn="l">
              <a:buNone/>
              <a:defRPr sz="1650" b="0">
                <a:solidFill>
                  <a:srgbClr val="162D42"/>
                </a:solidFill>
              </a:defRPr>
            </a:lvl3pPr>
            <a:lvl4pPr algn="l">
              <a:buNone/>
              <a:defRPr sz="1650" b="0">
                <a:solidFill>
                  <a:srgbClr val="162D42"/>
                </a:solidFill>
              </a:defRPr>
            </a:lvl4pPr>
            <a:lvl5pPr algn="l">
              <a:buNone/>
              <a:defRPr sz="1650" b="0">
                <a:solidFill>
                  <a:srgbClr val="162D42"/>
                </a:solidFill>
              </a:defRPr>
            </a:lvl5pPr>
            <a:lvl6pPr algn="l">
              <a:buNone/>
              <a:defRPr sz="1650" b="0">
                <a:solidFill>
                  <a:srgbClr val="162D42"/>
                </a:solidFill>
              </a:defRPr>
            </a:lvl6pPr>
            <a:lvl7pPr algn="l">
              <a:buNone/>
              <a:defRPr sz="1650" b="0">
                <a:solidFill>
                  <a:srgbClr val="162D42"/>
                </a:solidFill>
              </a:defRPr>
            </a:lvl7pPr>
            <a:lvl8pPr algn="l">
              <a:buNone/>
              <a:defRPr sz="1650" b="0">
                <a:solidFill>
                  <a:srgbClr val="162D42"/>
                </a:solidFill>
              </a:defRPr>
            </a:lvl8pPr>
            <a:lvl9pPr algn="l">
              <a:buNone/>
              <a:defRPr sz="1650" b="0">
                <a:solidFill>
                  <a:srgbClr val="162D42"/>
                </a:solidFill>
              </a:defRPr>
            </a:lvl9pPr>
          </a:lstStyle>
          <a:p xmlns:a="http://schemas.openxmlformats.org/drawingml/2006/main">
            <a:pPr algn="l">
              <a:buNone/>
              <a:defRPr sz="1650" b="0">
                <a:solidFill>
                  <a:srgbClr val="162D42"/>
                </a:solidFill>
              </a:defRPr>
            </a:pPr>
            <a:r>
              <a:rPr sz="1650" b="0">
                <a:solidFill>
                  <a:srgbClr val="162D42"/>
                </a:solidFill>
                <a:latin typeface="Arial"/>
                <a:ea typeface="Arial"/>
                <a:cs typeface="Arial"/>
              </a:rPr>
              <a:t>OIDC ligado a repositorio, propietario, main, environment y workflow.</a:t>
            </a:r>
          </a:p>
        </p:txBody>
      </p:sp>
      <p:sp>
        <p:nvSpPr>
          <p:cNvPr id="8" name="">
            <a:extLst xmlns:a="http://schemas.openxmlformats.org/drawingml/2006/main">
              <a:ext uri="{FF2B5EF4-FFF2-40B4-BE49-F238E27FC236}">
                <a16:creationId xmlns:a16="http://schemas.microsoft.com/office/drawing/2014/main" id="{9844707F-EA0E-4C70-9855-337F8CBE131D}"/>
              </a:ext>
            </a:extLst>
          </p:cNvPr>
          <p:cNvSpPr>
            <a:spLocks xmlns:a="http://schemas.openxmlformats.org/drawingml/2006/main" noGrp="1"/>
          </p:cNvSpPr>
          <p:nvPr/>
        </p:nvSpPr>
        <p:spPr>
          <a:xfrm xmlns:a="http://schemas.openxmlformats.org/drawingml/2006/main">
            <a:off x="762000" y="400050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45F91"/>
                </a:solidFill>
              </a:defRPr>
            </a:defPPr>
            <a:lvl1pPr algn="l">
              <a:buNone/>
              <a:defRPr sz="2025" b="1">
                <a:solidFill>
                  <a:srgbClr val="145F91"/>
                </a:solidFill>
              </a:defRPr>
            </a:lvl1pPr>
            <a:lvl2pPr algn="l">
              <a:buNone/>
              <a:defRPr sz="2025" b="1">
                <a:solidFill>
                  <a:srgbClr val="145F91"/>
                </a:solidFill>
              </a:defRPr>
            </a:lvl2pPr>
            <a:lvl3pPr algn="l">
              <a:buNone/>
              <a:defRPr sz="2025" b="1">
                <a:solidFill>
                  <a:srgbClr val="145F91"/>
                </a:solidFill>
              </a:defRPr>
            </a:lvl3pPr>
            <a:lvl4pPr algn="l">
              <a:buNone/>
              <a:defRPr sz="2025" b="1">
                <a:solidFill>
                  <a:srgbClr val="145F91"/>
                </a:solidFill>
              </a:defRPr>
            </a:lvl4pPr>
            <a:lvl5pPr algn="l">
              <a:buNone/>
              <a:defRPr sz="2025" b="1">
                <a:solidFill>
                  <a:srgbClr val="145F91"/>
                </a:solidFill>
              </a:defRPr>
            </a:lvl5pPr>
            <a:lvl6pPr algn="l">
              <a:buNone/>
              <a:defRPr sz="2025" b="1">
                <a:solidFill>
                  <a:srgbClr val="145F91"/>
                </a:solidFill>
              </a:defRPr>
            </a:lvl6pPr>
            <a:lvl7pPr algn="l">
              <a:buNone/>
              <a:defRPr sz="2025" b="1">
                <a:solidFill>
                  <a:srgbClr val="145F91"/>
                </a:solidFill>
              </a:defRPr>
            </a:lvl7pPr>
            <a:lvl8pPr algn="l">
              <a:buNone/>
              <a:defRPr sz="2025" b="1">
                <a:solidFill>
                  <a:srgbClr val="145F91"/>
                </a:solidFill>
              </a:defRPr>
            </a:lvl8pPr>
            <a:lvl9pPr algn="l">
              <a:buNone/>
              <a:defRPr sz="2025" b="1">
                <a:solidFill>
                  <a:srgbClr val="145F91"/>
                </a:solidFill>
              </a:defRPr>
            </a:lvl9pPr>
          </a:lstStyle>
          <a:p xmlns:a="http://schemas.openxmlformats.org/drawingml/2006/main">
            <a:pPr algn="l">
              <a:buNone/>
              <a:defRPr sz="2025" b="1">
                <a:solidFill>
                  <a:srgbClr val="145F91"/>
                </a:solidFill>
              </a:defRPr>
            </a:pPr>
            <a:r>
              <a:rPr sz="2025" b="1">
                <a:solidFill>
                  <a:srgbClr val="145F91"/>
                </a:solidFill>
                <a:latin typeface="Arial"/>
                <a:ea typeface="Arial"/>
                <a:cs typeface="Arial"/>
              </a:rPr>
              <a:t>Menor privilegio</a:t>
            </a:r>
          </a:p>
        </p:txBody>
      </p:sp>
      <p:sp>
        <p:nvSpPr>
          <p:cNvPr id="9" name="">
            <a:extLst xmlns:a="http://schemas.openxmlformats.org/drawingml/2006/main">
              <a:ext uri="{FF2B5EF4-FFF2-40B4-BE49-F238E27FC236}">
                <a16:creationId xmlns:a16="http://schemas.microsoft.com/office/drawing/2014/main" id="{AD54471D-E6ED-459C-805E-C439E3A9D437}"/>
              </a:ext>
            </a:extLst>
          </p:cNvPr>
          <p:cNvSpPr>
            <a:spLocks xmlns:a="http://schemas.openxmlformats.org/drawingml/2006/main" noGrp="1"/>
          </p:cNvSpPr>
          <p:nvPr/>
        </p:nvSpPr>
        <p:spPr>
          <a:xfrm xmlns:a="http://schemas.openxmlformats.org/drawingml/2006/main">
            <a:off x="762000" y="4591050"/>
            <a:ext cx="4667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62D42"/>
                </a:solidFill>
              </a:defRPr>
            </a:defPPr>
            <a:lvl1pPr algn="l">
              <a:buNone/>
              <a:defRPr sz="1650" b="0">
                <a:solidFill>
                  <a:srgbClr val="162D42"/>
                </a:solidFill>
              </a:defRPr>
            </a:lvl1pPr>
            <a:lvl2pPr algn="l">
              <a:buNone/>
              <a:defRPr sz="1650" b="0">
                <a:solidFill>
                  <a:srgbClr val="162D42"/>
                </a:solidFill>
              </a:defRPr>
            </a:lvl2pPr>
            <a:lvl3pPr algn="l">
              <a:buNone/>
              <a:defRPr sz="1650" b="0">
                <a:solidFill>
                  <a:srgbClr val="162D42"/>
                </a:solidFill>
              </a:defRPr>
            </a:lvl3pPr>
            <a:lvl4pPr algn="l">
              <a:buNone/>
              <a:defRPr sz="1650" b="0">
                <a:solidFill>
                  <a:srgbClr val="162D42"/>
                </a:solidFill>
              </a:defRPr>
            </a:lvl4pPr>
            <a:lvl5pPr algn="l">
              <a:buNone/>
              <a:defRPr sz="1650" b="0">
                <a:solidFill>
                  <a:srgbClr val="162D42"/>
                </a:solidFill>
              </a:defRPr>
            </a:lvl5pPr>
            <a:lvl6pPr algn="l">
              <a:buNone/>
              <a:defRPr sz="1650" b="0">
                <a:solidFill>
                  <a:srgbClr val="162D42"/>
                </a:solidFill>
              </a:defRPr>
            </a:lvl6pPr>
            <a:lvl7pPr algn="l">
              <a:buNone/>
              <a:defRPr sz="1650" b="0">
                <a:solidFill>
                  <a:srgbClr val="162D42"/>
                </a:solidFill>
              </a:defRPr>
            </a:lvl7pPr>
            <a:lvl8pPr algn="l">
              <a:buNone/>
              <a:defRPr sz="1650" b="0">
                <a:solidFill>
                  <a:srgbClr val="162D42"/>
                </a:solidFill>
              </a:defRPr>
            </a:lvl8pPr>
            <a:lvl9pPr algn="l">
              <a:buNone/>
              <a:defRPr sz="1650" b="0">
                <a:solidFill>
                  <a:srgbClr val="162D42"/>
                </a:solidFill>
              </a:defRPr>
            </a:lvl9pPr>
          </a:lstStyle>
          <a:p xmlns:a="http://schemas.openxmlformats.org/drawingml/2006/main">
            <a:pPr algn="l">
              <a:buNone/>
              <a:defRPr sz="1650" b="0">
                <a:solidFill>
                  <a:srgbClr val="162D42"/>
                </a:solidFill>
              </a:defRPr>
            </a:pPr>
            <a:r>
              <a:rPr sz="1650" b="0">
                <a:solidFill>
                  <a:srgbClr val="162D42"/>
                </a:solidFill>
                <a:latin typeface="Arial"/>
                <a:ea typeface="Arial"/>
                <a:cs typeface="Arial"/>
              </a:rPr>
              <a:t>Política de solo lectura; token batch con máximo 15 minutos.</a:t>
            </a:r>
          </a:p>
        </p:txBody>
      </p:sp>
      <p:sp>
        <p:nvSpPr>
          <p:cNvPr id="10" name="">
            <a:extLst xmlns:a="http://schemas.openxmlformats.org/drawingml/2006/main">
              <a:ext uri="{FF2B5EF4-FFF2-40B4-BE49-F238E27FC236}">
                <a16:creationId xmlns:a16="http://schemas.microsoft.com/office/drawing/2014/main" id="{BAB46387-BFDB-44EA-BF02-AFBDD1314557}"/>
              </a:ext>
            </a:extLst>
          </p:cNvPr>
          <p:cNvSpPr>
            <a:spLocks xmlns:a="http://schemas.openxmlformats.org/drawingml/2006/main" noGrp="1"/>
          </p:cNvSpPr>
          <p:nvPr/>
        </p:nvSpPr>
        <p:spPr>
          <a:xfrm xmlns:a="http://schemas.openxmlformats.org/drawingml/2006/main">
            <a:off x="6477000" y="4000500"/>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45F91"/>
                </a:solidFill>
              </a:defRPr>
            </a:defPPr>
            <a:lvl1pPr algn="l">
              <a:buNone/>
              <a:defRPr sz="2025" b="1">
                <a:solidFill>
                  <a:srgbClr val="145F91"/>
                </a:solidFill>
              </a:defRPr>
            </a:lvl1pPr>
            <a:lvl2pPr algn="l">
              <a:buNone/>
              <a:defRPr sz="2025" b="1">
                <a:solidFill>
                  <a:srgbClr val="145F91"/>
                </a:solidFill>
              </a:defRPr>
            </a:lvl2pPr>
            <a:lvl3pPr algn="l">
              <a:buNone/>
              <a:defRPr sz="2025" b="1">
                <a:solidFill>
                  <a:srgbClr val="145F91"/>
                </a:solidFill>
              </a:defRPr>
            </a:lvl3pPr>
            <a:lvl4pPr algn="l">
              <a:buNone/>
              <a:defRPr sz="2025" b="1">
                <a:solidFill>
                  <a:srgbClr val="145F91"/>
                </a:solidFill>
              </a:defRPr>
            </a:lvl4pPr>
            <a:lvl5pPr algn="l">
              <a:buNone/>
              <a:defRPr sz="2025" b="1">
                <a:solidFill>
                  <a:srgbClr val="145F91"/>
                </a:solidFill>
              </a:defRPr>
            </a:lvl5pPr>
            <a:lvl6pPr algn="l">
              <a:buNone/>
              <a:defRPr sz="2025" b="1">
                <a:solidFill>
                  <a:srgbClr val="145F91"/>
                </a:solidFill>
              </a:defRPr>
            </a:lvl6pPr>
            <a:lvl7pPr algn="l">
              <a:buNone/>
              <a:defRPr sz="2025" b="1">
                <a:solidFill>
                  <a:srgbClr val="145F91"/>
                </a:solidFill>
              </a:defRPr>
            </a:lvl7pPr>
            <a:lvl8pPr algn="l">
              <a:buNone/>
              <a:defRPr sz="2025" b="1">
                <a:solidFill>
                  <a:srgbClr val="145F91"/>
                </a:solidFill>
              </a:defRPr>
            </a:lvl8pPr>
            <a:lvl9pPr algn="l">
              <a:buNone/>
              <a:defRPr sz="2025" b="1">
                <a:solidFill>
                  <a:srgbClr val="145F91"/>
                </a:solidFill>
              </a:defRPr>
            </a:lvl9pPr>
          </a:lstStyle>
          <a:p xmlns:a="http://schemas.openxmlformats.org/drawingml/2006/main">
            <a:pPr algn="l">
              <a:buNone/>
              <a:defRPr sz="2025" b="1">
                <a:solidFill>
                  <a:srgbClr val="145F91"/>
                </a:solidFill>
              </a:defRPr>
            </a:pPr>
            <a:r>
              <a:rPr sz="2025" b="1">
                <a:solidFill>
                  <a:srgbClr val="145F91"/>
                </a:solidFill>
                <a:latin typeface="Arial"/>
                <a:ea typeface="Arial"/>
                <a:cs typeface="Arial"/>
              </a:rPr>
              <a:t>Custodia y auditoría</a:t>
            </a:r>
          </a:p>
        </p:txBody>
      </p:sp>
      <p:sp>
        <p:nvSpPr>
          <p:cNvPr id="11" name="">
            <a:extLst xmlns:a="http://schemas.openxmlformats.org/drawingml/2006/main">
              <a:ext uri="{FF2B5EF4-FFF2-40B4-BE49-F238E27FC236}">
                <a16:creationId xmlns:a16="http://schemas.microsoft.com/office/drawing/2014/main" id="{3C811275-7584-4EA0-974C-7CA511EB998E}"/>
              </a:ext>
            </a:extLst>
          </p:cNvPr>
          <p:cNvSpPr>
            <a:spLocks xmlns:a="http://schemas.openxmlformats.org/drawingml/2006/main" noGrp="1"/>
          </p:cNvSpPr>
          <p:nvPr/>
        </p:nvSpPr>
        <p:spPr>
          <a:xfrm xmlns:a="http://schemas.openxmlformats.org/drawingml/2006/main">
            <a:off x="6477000" y="4591050"/>
            <a:ext cx="4667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62D42"/>
                </a:solidFill>
              </a:defRPr>
            </a:defPPr>
            <a:lvl1pPr algn="l">
              <a:buNone/>
              <a:defRPr sz="1650" b="0">
                <a:solidFill>
                  <a:srgbClr val="162D42"/>
                </a:solidFill>
              </a:defRPr>
            </a:lvl1pPr>
            <a:lvl2pPr algn="l">
              <a:buNone/>
              <a:defRPr sz="1650" b="0">
                <a:solidFill>
                  <a:srgbClr val="162D42"/>
                </a:solidFill>
              </a:defRPr>
            </a:lvl2pPr>
            <a:lvl3pPr algn="l">
              <a:buNone/>
              <a:defRPr sz="1650" b="0">
                <a:solidFill>
                  <a:srgbClr val="162D42"/>
                </a:solidFill>
              </a:defRPr>
            </a:lvl3pPr>
            <a:lvl4pPr algn="l">
              <a:buNone/>
              <a:defRPr sz="1650" b="0">
                <a:solidFill>
                  <a:srgbClr val="162D42"/>
                </a:solidFill>
              </a:defRPr>
            </a:lvl4pPr>
            <a:lvl5pPr algn="l">
              <a:buNone/>
              <a:defRPr sz="1650" b="0">
                <a:solidFill>
                  <a:srgbClr val="162D42"/>
                </a:solidFill>
              </a:defRPr>
            </a:lvl5pPr>
            <a:lvl6pPr algn="l">
              <a:buNone/>
              <a:defRPr sz="1650" b="0">
                <a:solidFill>
                  <a:srgbClr val="162D42"/>
                </a:solidFill>
              </a:defRPr>
            </a:lvl6pPr>
            <a:lvl7pPr algn="l">
              <a:buNone/>
              <a:defRPr sz="1650" b="0">
                <a:solidFill>
                  <a:srgbClr val="162D42"/>
                </a:solidFill>
              </a:defRPr>
            </a:lvl7pPr>
            <a:lvl8pPr algn="l">
              <a:buNone/>
              <a:defRPr sz="1650" b="0">
                <a:solidFill>
                  <a:srgbClr val="162D42"/>
                </a:solidFill>
              </a:defRPr>
            </a:lvl8pPr>
            <a:lvl9pPr algn="l">
              <a:buNone/>
              <a:defRPr sz="1650" b="0">
                <a:solidFill>
                  <a:srgbClr val="162D42"/>
                </a:solidFill>
              </a:defRPr>
            </a:lvl9pPr>
          </a:lstStyle>
          <a:p xmlns:a="http://schemas.openxmlformats.org/drawingml/2006/main">
            <a:pPr algn="l">
              <a:buNone/>
              <a:defRPr sz="1650" b="0">
                <a:solidFill>
                  <a:srgbClr val="162D42"/>
                </a:solidFill>
              </a:defRPr>
            </a:pPr>
            <a:r>
              <a:rPr sz="1650" b="0">
                <a:solidFill>
                  <a:srgbClr val="162D42"/>
                </a:solidFill>
                <a:latin typeface="Arial"/>
                <a:ea typeface="Arial"/>
                <a:cs typeface="Arial"/>
              </a:rPr>
              <a:t>KMS auto-unseal, Raft, audit file con HMAC y material raíz fuera de Actions.</a:t>
            </a:r>
          </a:p>
        </p:txBody>
      </p:sp>
      <p:sp>
        <p:nvSpPr>
          <p:cNvPr id="12" name="">
            <a:extLst xmlns:a="http://schemas.openxmlformats.org/drawingml/2006/main">
              <a:ext uri="{FF2B5EF4-FFF2-40B4-BE49-F238E27FC236}">
                <a16:creationId xmlns:a16="http://schemas.microsoft.com/office/drawing/2014/main" id="{AF823E35-A7AB-40D5-869C-EB9DB8A77068}"/>
              </a:ext>
            </a:extLst>
          </p:cNvPr>
          <p:cNvSpPr>
            <a:spLocks xmlns:a="http://schemas.openxmlformats.org/drawingml/2006/main" noGrp="1"/>
          </p:cNvSpPr>
          <p:nvPr/>
        </p:nvSpPr>
        <p:spPr>
          <a:xfrm xmlns:a="http://schemas.openxmlformats.org/drawingml/2006/main">
            <a:off x="6096000" y="1762125"/>
            <a:ext cx="0" cy="4143375"/>
          </a:xfrm>
          <a:prstGeom xmlns:a="http://schemas.openxmlformats.org/drawingml/2006/main" prst="line">
            <a:avLst/>
          </a:prstGeom>
          <a:noFill xmlns:a="http://schemas.openxmlformats.org/drawingml/2006/main"/>
          <a:ln xmlns:a="http://schemas.openxmlformats.org/drawingml/2006/main" w="19050">
            <a:solidFill>
              <a:srgbClr val="B9CCD8"/>
            </a:solidFill>
            <a:prstDash val="solid"/>
          </a:ln>
        </p:spPr>
      </p:sp>
      <p:sp>
        <p:nvSpPr>
          <p:cNvPr id="13" name="">
            <a:extLst xmlns:a="http://schemas.openxmlformats.org/drawingml/2006/main">
              <a:ext uri="{FF2B5EF4-FFF2-40B4-BE49-F238E27FC236}">
                <a16:creationId xmlns:a16="http://schemas.microsoft.com/office/drawing/2014/main" id="{61B25195-9B12-47C1-8463-8242AECAF534}"/>
              </a:ext>
            </a:extLst>
          </p:cNvPr>
          <p:cNvSpPr>
            <a:spLocks xmlns:a="http://schemas.openxmlformats.org/drawingml/2006/main" noGrp="1"/>
          </p:cNvSpPr>
          <p:nvPr/>
        </p:nvSpPr>
        <p:spPr>
          <a:xfrm xmlns:a="http://schemas.openxmlformats.org/drawingml/2006/main">
            <a:off x="762000" y="3771900"/>
            <a:ext cx="10477500" cy="0"/>
          </a:xfrm>
          <a:prstGeom xmlns:a="http://schemas.openxmlformats.org/drawingml/2006/main" prst="line">
            <a:avLst/>
          </a:prstGeom>
          <a:noFill xmlns:a="http://schemas.openxmlformats.org/drawingml/2006/main"/>
          <a:ln xmlns:a="http://schemas.openxmlformats.org/drawingml/2006/main" w="19050">
            <a:solidFill>
              <a:srgbClr val="B9CCD8"/>
            </a:solidFill>
            <a:prstDash val="solid"/>
          </a:ln>
        </p:spPr>
      </p:sp>
    </p:spTree>
    <p:extLst>
      <p:ext uri="{BB962C8B-B14F-4D97-AF65-F5344CB8AC3E}">
        <p14:creationId xmlns:p14="http://schemas.microsoft.com/office/powerpoint/2010/main" val="14949453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EF30C5D-938D-4B6D-90D2-B36AC5A95C92}"/>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0243A"/>
                </a:solidFill>
              </a:defRPr>
            </a:defPPr>
            <a:lvl1pPr algn="l">
              <a:buNone/>
              <a:defRPr sz="2850" b="1">
                <a:solidFill>
                  <a:srgbClr val="10243A"/>
                </a:solidFill>
              </a:defRPr>
            </a:lvl1pPr>
            <a:lvl2pPr algn="l">
              <a:buNone/>
              <a:defRPr sz="2850" b="1">
                <a:solidFill>
                  <a:srgbClr val="10243A"/>
                </a:solidFill>
              </a:defRPr>
            </a:lvl2pPr>
            <a:lvl3pPr algn="l">
              <a:buNone/>
              <a:defRPr sz="2850" b="1">
                <a:solidFill>
                  <a:srgbClr val="10243A"/>
                </a:solidFill>
              </a:defRPr>
            </a:lvl3pPr>
            <a:lvl4pPr algn="l">
              <a:buNone/>
              <a:defRPr sz="2850" b="1">
                <a:solidFill>
                  <a:srgbClr val="10243A"/>
                </a:solidFill>
              </a:defRPr>
            </a:lvl4pPr>
            <a:lvl5pPr algn="l">
              <a:buNone/>
              <a:defRPr sz="2850" b="1">
                <a:solidFill>
                  <a:srgbClr val="10243A"/>
                </a:solidFill>
              </a:defRPr>
            </a:lvl5pPr>
            <a:lvl6pPr algn="l">
              <a:buNone/>
              <a:defRPr sz="2850" b="1">
                <a:solidFill>
                  <a:srgbClr val="10243A"/>
                </a:solidFill>
              </a:defRPr>
            </a:lvl6pPr>
            <a:lvl7pPr algn="l">
              <a:buNone/>
              <a:defRPr sz="2850" b="1">
                <a:solidFill>
                  <a:srgbClr val="10243A"/>
                </a:solidFill>
              </a:defRPr>
            </a:lvl7pPr>
            <a:lvl8pPr algn="l">
              <a:buNone/>
              <a:defRPr sz="2850" b="1">
                <a:solidFill>
                  <a:srgbClr val="10243A"/>
                </a:solidFill>
              </a:defRPr>
            </a:lvl8pPr>
            <a:lvl9pPr algn="l">
              <a:buNone/>
              <a:defRPr sz="2850" b="1">
                <a:solidFill>
                  <a:srgbClr val="10243A"/>
                </a:solidFill>
              </a:defRPr>
            </a:lvl9pPr>
          </a:lstStyle>
          <a:p xmlns:a="http://schemas.openxmlformats.org/drawingml/2006/main">
            <a:pPr algn="l">
              <a:buNone/>
              <a:defRPr sz="2850" b="1">
                <a:solidFill>
                  <a:srgbClr val="10243A"/>
                </a:solidFill>
              </a:defRPr>
            </a:pPr>
            <a:r>
              <a:rPr sz="2850" b="1">
                <a:solidFill>
                  <a:srgbClr val="10243A"/>
                </a:solidFill>
                <a:latin typeface="Arial"/>
                <a:ea typeface="Arial"/>
                <a:cs typeface="Arial"/>
              </a:rPr>
              <a:t>Flujo de secretos de producción</a:t>
            </a:r>
          </a:p>
        </p:txBody>
      </p:sp>
      <p:sp>
        <p:nvSpPr>
          <p:cNvPr id="2" name="">
            <a:extLst xmlns:a="http://schemas.openxmlformats.org/drawingml/2006/main">
              <a:ext uri="{FF2B5EF4-FFF2-40B4-BE49-F238E27FC236}">
                <a16:creationId xmlns:a16="http://schemas.microsoft.com/office/drawing/2014/main" id="{B2DBAC65-DB8D-489B-B6D2-6441DF37A2E4}"/>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0F47FEBF-405D-4108-ACA3-F4417EF9C3A1}"/>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75" b="0">
                <a:solidFill>
                  <a:srgbClr val="4A6071"/>
                </a:solidFill>
              </a:defRPr>
            </a:defPPr>
            <a:lvl1pPr algn="r">
              <a:buNone/>
              <a:defRPr sz="1275" b="0">
                <a:solidFill>
                  <a:srgbClr val="4A6071"/>
                </a:solidFill>
              </a:defRPr>
            </a:lvl1pPr>
            <a:lvl2pPr algn="r">
              <a:buNone/>
              <a:defRPr sz="1275" b="0">
                <a:solidFill>
                  <a:srgbClr val="4A6071"/>
                </a:solidFill>
              </a:defRPr>
            </a:lvl2pPr>
            <a:lvl3pPr algn="r">
              <a:buNone/>
              <a:defRPr sz="1275" b="0">
                <a:solidFill>
                  <a:srgbClr val="4A6071"/>
                </a:solidFill>
              </a:defRPr>
            </a:lvl3pPr>
            <a:lvl4pPr algn="r">
              <a:buNone/>
              <a:defRPr sz="1275" b="0">
                <a:solidFill>
                  <a:srgbClr val="4A6071"/>
                </a:solidFill>
              </a:defRPr>
            </a:lvl4pPr>
            <a:lvl5pPr algn="r">
              <a:buNone/>
              <a:defRPr sz="1275" b="0">
                <a:solidFill>
                  <a:srgbClr val="4A6071"/>
                </a:solidFill>
              </a:defRPr>
            </a:lvl5pPr>
            <a:lvl6pPr algn="r">
              <a:buNone/>
              <a:defRPr sz="1275" b="0">
                <a:solidFill>
                  <a:srgbClr val="4A6071"/>
                </a:solidFill>
              </a:defRPr>
            </a:lvl6pPr>
            <a:lvl7pPr algn="r">
              <a:buNone/>
              <a:defRPr sz="1275" b="0">
                <a:solidFill>
                  <a:srgbClr val="4A6071"/>
                </a:solidFill>
              </a:defRPr>
            </a:lvl7pPr>
            <a:lvl8pPr algn="r">
              <a:buNone/>
              <a:defRPr sz="1275" b="0">
                <a:solidFill>
                  <a:srgbClr val="4A6071"/>
                </a:solidFill>
              </a:defRPr>
            </a:lvl8pPr>
            <a:lvl9pPr algn="r">
              <a:buNone/>
              <a:defRPr sz="1275" b="0">
                <a:solidFill>
                  <a:srgbClr val="4A6071"/>
                </a:solidFill>
              </a:defRPr>
            </a:lvl9pPr>
          </a:lstStyle>
          <a:p xmlns:a="http://schemas.openxmlformats.org/drawingml/2006/main">
            <a:pPr algn="r">
              <a:buNone/>
              <a:defRPr sz="1275" b="0">
                <a:solidFill>
                  <a:srgbClr val="4A6071"/>
                </a:solidFill>
              </a:defRPr>
            </a:pPr>
            <a:r>
              <a:rPr sz="1275" b="0">
                <a:solidFill>
                  <a:srgbClr val="4A6071"/>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CE5D220C-D9AE-406B-9120-B4C1614D2DAA}"/>
              </a:ext>
            </a:extLst>
          </p:cNvPr>
          <p:cNvSpPr>
            <a:spLocks xmlns:a="http://schemas.openxmlformats.org/drawingml/2006/main" noGrp="1"/>
          </p:cNvSpPr>
          <p:nvPr/>
        </p:nvSpPr>
        <p:spPr>
          <a:xfrm xmlns:a="http://schemas.openxmlformats.org/drawingml/2006/main">
            <a:off x="523875" y="2381250"/>
            <a:ext cx="1952625" cy="981075"/>
          </a:xfrm>
          <a:prstGeom xmlns:a="http://schemas.openxmlformats.org/drawingml/2006/main" prst="roundRect">
            <a:avLst>
              <a:gd name="adj" fmla="val 7767"/>
            </a:avLst>
          </a:prstGeom>
          <a:solidFill xmlns:a="http://schemas.openxmlformats.org/drawingml/2006/main">
            <a:srgbClr val="EAF2F6"/>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425" b="1">
                <a:solidFill>
                  <a:srgbClr val="162D42"/>
                </a:solidFill>
              </a:defRPr>
            </a:defPPr>
            <a:lvl1pPr algn="ctr">
              <a:buNone/>
              <a:defRPr sz="1425" b="1">
                <a:solidFill>
                  <a:srgbClr val="162D42"/>
                </a:solidFill>
              </a:defRPr>
            </a:lvl1pPr>
            <a:lvl2pPr algn="ctr">
              <a:buNone/>
              <a:defRPr sz="1425" b="1">
                <a:solidFill>
                  <a:srgbClr val="162D42"/>
                </a:solidFill>
              </a:defRPr>
            </a:lvl2pPr>
            <a:lvl3pPr algn="ctr">
              <a:buNone/>
              <a:defRPr sz="1425" b="1">
                <a:solidFill>
                  <a:srgbClr val="162D42"/>
                </a:solidFill>
              </a:defRPr>
            </a:lvl3pPr>
            <a:lvl4pPr algn="ctr">
              <a:buNone/>
              <a:defRPr sz="1425" b="1">
                <a:solidFill>
                  <a:srgbClr val="162D42"/>
                </a:solidFill>
              </a:defRPr>
            </a:lvl4pPr>
            <a:lvl5pPr algn="ctr">
              <a:buNone/>
              <a:defRPr sz="1425" b="1">
                <a:solidFill>
                  <a:srgbClr val="162D42"/>
                </a:solidFill>
              </a:defRPr>
            </a:lvl5pPr>
            <a:lvl6pPr algn="ctr">
              <a:buNone/>
              <a:defRPr sz="1425" b="1">
                <a:solidFill>
                  <a:srgbClr val="162D42"/>
                </a:solidFill>
              </a:defRPr>
            </a:lvl6pPr>
            <a:lvl7pPr algn="ctr">
              <a:buNone/>
              <a:defRPr sz="1425" b="1">
                <a:solidFill>
                  <a:srgbClr val="162D42"/>
                </a:solidFill>
              </a:defRPr>
            </a:lvl7pPr>
            <a:lvl8pPr algn="ctr">
              <a:buNone/>
              <a:defRPr sz="1425" b="1">
                <a:solidFill>
                  <a:srgbClr val="162D42"/>
                </a:solidFill>
              </a:defRPr>
            </a:lvl8pPr>
            <a:lvl9pPr algn="ctr">
              <a:buNone/>
              <a:defRPr sz="1425" b="1">
                <a:solidFill>
                  <a:srgbClr val="162D42"/>
                </a:solidFill>
              </a:defRPr>
            </a:lvl9pPr>
          </a:lstStyle>
          <a:p xmlns:a="http://schemas.openxmlformats.org/drawingml/2006/main">
            <a:pPr algn="ctr">
              <a:buNone/>
              <a:defRPr sz="1425" b="1">
                <a:solidFill>
                  <a:srgbClr val="162D42"/>
                </a:solidFill>
              </a:defRPr>
            </a:pPr>
            <a:r>
              <a:rPr sz="1425" b="1">
                <a:solidFill>
                  <a:srgbClr val="162D42"/>
                </a:solidFill>
                <a:latin typeface="Arial"/>
                <a:ea typeface="Arial"/>
                <a:cs typeface="Arial"/>
              </a:rPr>
              <a:t>GitHub</a:t>
            </a:r>
            <a:br>
              <a:rPr sz="1425" b="1">
                <a:solidFill>
                  <a:srgbClr val="162D42"/>
                </a:solidFill>
                <a:latin typeface="Arial"/>
                <a:ea typeface="Arial"/>
                <a:cs typeface="Arial"/>
              </a:rPr>
            </a:br>
            <a:r>
              <a:rPr sz="1425" b="1">
                <a:solidFill>
                  <a:srgbClr val="162D42"/>
                </a:solidFill>
                <a:latin typeface="Arial"/>
                <a:ea typeface="Arial"/>
                <a:cs typeface="Arial"/>
              </a:rPr>
              <a:t>OIDC</a:t>
            </a:r>
          </a:p>
        </p:txBody>
      </p:sp>
      <p:sp>
        <p:nvSpPr>
          <p:cNvPr id="5" name="">
            <a:extLst xmlns:a="http://schemas.openxmlformats.org/drawingml/2006/main">
              <a:ext uri="{FF2B5EF4-FFF2-40B4-BE49-F238E27FC236}">
                <a16:creationId xmlns:a16="http://schemas.microsoft.com/office/drawing/2014/main" id="{443822E5-817A-4DC5-A2DF-69A7AEB8F181}"/>
              </a:ext>
            </a:extLst>
          </p:cNvPr>
          <p:cNvSpPr>
            <a:spLocks xmlns:a="http://schemas.openxmlformats.org/drawingml/2006/main" noGrp="1"/>
          </p:cNvSpPr>
          <p:nvPr/>
        </p:nvSpPr>
        <p:spPr>
          <a:xfrm xmlns:a="http://schemas.openxmlformats.org/drawingml/2006/main">
            <a:off x="2847975" y="2381250"/>
            <a:ext cx="1952625" cy="981075"/>
          </a:xfrm>
          <a:prstGeom xmlns:a="http://schemas.openxmlformats.org/drawingml/2006/main" prst="roundRect">
            <a:avLst>
              <a:gd name="adj" fmla="val 7767"/>
            </a:avLst>
          </a:prstGeom>
          <a:solidFill xmlns:a="http://schemas.openxmlformats.org/drawingml/2006/main">
            <a:srgbClr val="EAF2F6"/>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425" b="1">
                <a:solidFill>
                  <a:srgbClr val="162D42"/>
                </a:solidFill>
              </a:defRPr>
            </a:defPPr>
            <a:lvl1pPr algn="ctr">
              <a:buNone/>
              <a:defRPr sz="1425" b="1">
                <a:solidFill>
                  <a:srgbClr val="162D42"/>
                </a:solidFill>
              </a:defRPr>
            </a:lvl1pPr>
            <a:lvl2pPr algn="ctr">
              <a:buNone/>
              <a:defRPr sz="1425" b="1">
                <a:solidFill>
                  <a:srgbClr val="162D42"/>
                </a:solidFill>
              </a:defRPr>
            </a:lvl2pPr>
            <a:lvl3pPr algn="ctr">
              <a:buNone/>
              <a:defRPr sz="1425" b="1">
                <a:solidFill>
                  <a:srgbClr val="162D42"/>
                </a:solidFill>
              </a:defRPr>
            </a:lvl3pPr>
            <a:lvl4pPr algn="ctr">
              <a:buNone/>
              <a:defRPr sz="1425" b="1">
                <a:solidFill>
                  <a:srgbClr val="162D42"/>
                </a:solidFill>
              </a:defRPr>
            </a:lvl4pPr>
            <a:lvl5pPr algn="ctr">
              <a:buNone/>
              <a:defRPr sz="1425" b="1">
                <a:solidFill>
                  <a:srgbClr val="162D42"/>
                </a:solidFill>
              </a:defRPr>
            </a:lvl5pPr>
            <a:lvl6pPr algn="ctr">
              <a:buNone/>
              <a:defRPr sz="1425" b="1">
                <a:solidFill>
                  <a:srgbClr val="162D42"/>
                </a:solidFill>
              </a:defRPr>
            </a:lvl6pPr>
            <a:lvl7pPr algn="ctr">
              <a:buNone/>
              <a:defRPr sz="1425" b="1">
                <a:solidFill>
                  <a:srgbClr val="162D42"/>
                </a:solidFill>
              </a:defRPr>
            </a:lvl7pPr>
            <a:lvl8pPr algn="ctr">
              <a:buNone/>
              <a:defRPr sz="1425" b="1">
                <a:solidFill>
                  <a:srgbClr val="162D42"/>
                </a:solidFill>
              </a:defRPr>
            </a:lvl8pPr>
            <a:lvl9pPr algn="ctr">
              <a:buNone/>
              <a:defRPr sz="1425" b="1">
                <a:solidFill>
                  <a:srgbClr val="162D42"/>
                </a:solidFill>
              </a:defRPr>
            </a:lvl9pPr>
          </a:lstStyle>
          <a:p xmlns:a="http://schemas.openxmlformats.org/drawingml/2006/main">
            <a:pPr algn="ctr">
              <a:buNone/>
              <a:defRPr sz="1425" b="1">
                <a:solidFill>
                  <a:srgbClr val="162D42"/>
                </a:solidFill>
              </a:defRPr>
            </a:pPr>
            <a:r>
              <a:rPr sz="1425" b="1">
                <a:solidFill>
                  <a:srgbClr val="162D42"/>
                </a:solidFill>
                <a:latin typeface="Arial"/>
                <a:ea typeface="Arial"/>
                <a:cs typeface="Arial"/>
              </a:rPr>
              <a:t>Vault</a:t>
            </a:r>
            <a:br>
              <a:rPr sz="1425" b="1">
                <a:solidFill>
                  <a:srgbClr val="162D42"/>
                </a:solidFill>
                <a:latin typeface="Arial"/>
                <a:ea typeface="Arial"/>
                <a:cs typeface="Arial"/>
              </a:rPr>
            </a:br>
            <a:r>
              <a:rPr sz="1425" b="1">
                <a:solidFill>
                  <a:srgbClr val="162D42"/>
                </a:solidFill>
                <a:latin typeface="Arial"/>
                <a:ea typeface="Arial"/>
                <a:cs typeface="Arial"/>
              </a:rPr>
              <a:t>KV v2</a:t>
            </a:r>
          </a:p>
        </p:txBody>
      </p:sp>
      <p:sp>
        <p:nvSpPr>
          <p:cNvPr id="6" name="">
            <a:extLst xmlns:a="http://schemas.openxmlformats.org/drawingml/2006/main">
              <a:ext uri="{FF2B5EF4-FFF2-40B4-BE49-F238E27FC236}">
                <a16:creationId xmlns:a16="http://schemas.microsoft.com/office/drawing/2014/main" id="{F7C95AC5-CB99-45BE-B0C9-D856250EB0D3}"/>
              </a:ext>
            </a:extLst>
          </p:cNvPr>
          <p:cNvSpPr>
            <a:spLocks xmlns:a="http://schemas.openxmlformats.org/drawingml/2006/main" noGrp="1"/>
          </p:cNvSpPr>
          <p:nvPr/>
        </p:nvSpPr>
        <p:spPr>
          <a:xfrm xmlns:a="http://schemas.openxmlformats.org/drawingml/2006/main">
            <a:off x="5172075" y="2381250"/>
            <a:ext cx="1952625" cy="981075"/>
          </a:xfrm>
          <a:prstGeom xmlns:a="http://schemas.openxmlformats.org/drawingml/2006/main" prst="roundRect">
            <a:avLst>
              <a:gd name="adj" fmla="val 7767"/>
            </a:avLst>
          </a:prstGeom>
          <a:solidFill xmlns:a="http://schemas.openxmlformats.org/drawingml/2006/main">
            <a:srgbClr val="EAF2F6"/>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425" b="1">
                <a:solidFill>
                  <a:srgbClr val="162D42"/>
                </a:solidFill>
              </a:defRPr>
            </a:defPPr>
            <a:lvl1pPr algn="ctr">
              <a:buNone/>
              <a:defRPr sz="1425" b="1">
                <a:solidFill>
                  <a:srgbClr val="162D42"/>
                </a:solidFill>
              </a:defRPr>
            </a:lvl1pPr>
            <a:lvl2pPr algn="ctr">
              <a:buNone/>
              <a:defRPr sz="1425" b="1">
                <a:solidFill>
                  <a:srgbClr val="162D42"/>
                </a:solidFill>
              </a:defRPr>
            </a:lvl2pPr>
            <a:lvl3pPr algn="ctr">
              <a:buNone/>
              <a:defRPr sz="1425" b="1">
                <a:solidFill>
                  <a:srgbClr val="162D42"/>
                </a:solidFill>
              </a:defRPr>
            </a:lvl3pPr>
            <a:lvl4pPr algn="ctr">
              <a:buNone/>
              <a:defRPr sz="1425" b="1">
                <a:solidFill>
                  <a:srgbClr val="162D42"/>
                </a:solidFill>
              </a:defRPr>
            </a:lvl4pPr>
            <a:lvl5pPr algn="ctr">
              <a:buNone/>
              <a:defRPr sz="1425" b="1">
                <a:solidFill>
                  <a:srgbClr val="162D42"/>
                </a:solidFill>
              </a:defRPr>
            </a:lvl5pPr>
            <a:lvl6pPr algn="ctr">
              <a:buNone/>
              <a:defRPr sz="1425" b="1">
                <a:solidFill>
                  <a:srgbClr val="162D42"/>
                </a:solidFill>
              </a:defRPr>
            </a:lvl6pPr>
            <a:lvl7pPr algn="ctr">
              <a:buNone/>
              <a:defRPr sz="1425" b="1">
                <a:solidFill>
                  <a:srgbClr val="162D42"/>
                </a:solidFill>
              </a:defRPr>
            </a:lvl7pPr>
            <a:lvl8pPr algn="ctr">
              <a:buNone/>
              <a:defRPr sz="1425" b="1">
                <a:solidFill>
                  <a:srgbClr val="162D42"/>
                </a:solidFill>
              </a:defRPr>
            </a:lvl8pPr>
            <a:lvl9pPr algn="ctr">
              <a:buNone/>
              <a:defRPr sz="1425" b="1">
                <a:solidFill>
                  <a:srgbClr val="162D42"/>
                </a:solidFill>
              </a:defRPr>
            </a:lvl9pPr>
          </a:lstStyle>
          <a:p xmlns:a="http://schemas.openxmlformats.org/drawingml/2006/main">
            <a:pPr algn="ctr">
              <a:buNone/>
              <a:defRPr sz="1425" b="1">
                <a:solidFill>
                  <a:srgbClr val="162D42"/>
                </a:solidFill>
              </a:defRPr>
            </a:pPr>
            <a:r>
              <a:rPr sz="1425" b="1">
                <a:solidFill>
                  <a:srgbClr val="162D42"/>
                </a:solidFill>
                <a:latin typeface="Arial"/>
                <a:ea typeface="Arial"/>
                <a:cs typeface="Arial"/>
              </a:rPr>
              <a:t>Token corto</a:t>
            </a:r>
            <a:br>
              <a:rPr sz="1425" b="1">
                <a:solidFill>
                  <a:srgbClr val="162D42"/>
                </a:solidFill>
                <a:latin typeface="Arial"/>
                <a:ea typeface="Arial"/>
                <a:cs typeface="Arial"/>
              </a:rPr>
            </a:br>
            <a:r>
              <a:rPr sz="1425" b="1">
                <a:solidFill>
                  <a:srgbClr val="162D42"/>
                </a:solidFill>
                <a:latin typeface="Arial"/>
                <a:ea typeface="Arial"/>
                <a:cs typeface="Arial"/>
              </a:rPr>
              <a:t>solo lectura</a:t>
            </a:r>
          </a:p>
        </p:txBody>
      </p:sp>
      <p:sp>
        <p:nvSpPr>
          <p:cNvPr id="7" name="">
            <a:extLst xmlns:a="http://schemas.openxmlformats.org/drawingml/2006/main">
              <a:ext uri="{FF2B5EF4-FFF2-40B4-BE49-F238E27FC236}">
                <a16:creationId xmlns:a16="http://schemas.microsoft.com/office/drawing/2014/main" id="{DBAE2B58-D3FE-470D-B068-457A1BE05BE4}"/>
              </a:ext>
            </a:extLst>
          </p:cNvPr>
          <p:cNvSpPr>
            <a:spLocks xmlns:a="http://schemas.openxmlformats.org/drawingml/2006/main" noGrp="1"/>
          </p:cNvSpPr>
          <p:nvPr/>
        </p:nvSpPr>
        <p:spPr>
          <a:xfrm xmlns:a="http://schemas.openxmlformats.org/drawingml/2006/main">
            <a:off x="7496175" y="2381250"/>
            <a:ext cx="1952625" cy="981075"/>
          </a:xfrm>
          <a:prstGeom xmlns:a="http://schemas.openxmlformats.org/drawingml/2006/main" prst="roundRect">
            <a:avLst>
              <a:gd name="adj" fmla="val 7767"/>
            </a:avLst>
          </a:prstGeom>
          <a:solidFill xmlns:a="http://schemas.openxmlformats.org/drawingml/2006/main">
            <a:srgbClr val="EAF2F6"/>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425" b="1">
                <a:solidFill>
                  <a:srgbClr val="162D42"/>
                </a:solidFill>
              </a:defRPr>
            </a:defPPr>
            <a:lvl1pPr algn="ctr">
              <a:buNone/>
              <a:defRPr sz="1425" b="1">
                <a:solidFill>
                  <a:srgbClr val="162D42"/>
                </a:solidFill>
              </a:defRPr>
            </a:lvl1pPr>
            <a:lvl2pPr algn="ctr">
              <a:buNone/>
              <a:defRPr sz="1425" b="1">
                <a:solidFill>
                  <a:srgbClr val="162D42"/>
                </a:solidFill>
              </a:defRPr>
            </a:lvl2pPr>
            <a:lvl3pPr algn="ctr">
              <a:buNone/>
              <a:defRPr sz="1425" b="1">
                <a:solidFill>
                  <a:srgbClr val="162D42"/>
                </a:solidFill>
              </a:defRPr>
            </a:lvl3pPr>
            <a:lvl4pPr algn="ctr">
              <a:buNone/>
              <a:defRPr sz="1425" b="1">
                <a:solidFill>
                  <a:srgbClr val="162D42"/>
                </a:solidFill>
              </a:defRPr>
            </a:lvl4pPr>
            <a:lvl5pPr algn="ctr">
              <a:buNone/>
              <a:defRPr sz="1425" b="1">
                <a:solidFill>
                  <a:srgbClr val="162D42"/>
                </a:solidFill>
              </a:defRPr>
            </a:lvl5pPr>
            <a:lvl6pPr algn="ctr">
              <a:buNone/>
              <a:defRPr sz="1425" b="1">
                <a:solidFill>
                  <a:srgbClr val="162D42"/>
                </a:solidFill>
              </a:defRPr>
            </a:lvl6pPr>
            <a:lvl7pPr algn="ctr">
              <a:buNone/>
              <a:defRPr sz="1425" b="1">
                <a:solidFill>
                  <a:srgbClr val="162D42"/>
                </a:solidFill>
              </a:defRPr>
            </a:lvl7pPr>
            <a:lvl8pPr algn="ctr">
              <a:buNone/>
              <a:defRPr sz="1425" b="1">
                <a:solidFill>
                  <a:srgbClr val="162D42"/>
                </a:solidFill>
              </a:defRPr>
            </a:lvl8pPr>
            <a:lvl9pPr algn="ctr">
              <a:buNone/>
              <a:defRPr sz="1425" b="1">
                <a:solidFill>
                  <a:srgbClr val="162D42"/>
                </a:solidFill>
              </a:defRPr>
            </a:lvl9pPr>
          </a:lstStyle>
          <a:p xmlns:a="http://schemas.openxmlformats.org/drawingml/2006/main">
            <a:pPr algn="ctr">
              <a:buNone/>
              <a:defRPr sz="1425" b="1">
                <a:solidFill>
                  <a:srgbClr val="162D42"/>
                </a:solidFill>
              </a:defRPr>
            </a:pPr>
            <a:r>
              <a:rPr sz="1425" b="1">
                <a:solidFill>
                  <a:srgbClr val="162D42"/>
                </a:solidFill>
                <a:latin typeface="Arial"/>
                <a:ea typeface="Arial"/>
                <a:cs typeface="Arial"/>
              </a:rPr>
              <a:t>Secret de</a:t>
            </a:r>
            <a:br>
              <a:rPr sz="1425" b="1">
                <a:solidFill>
                  <a:srgbClr val="162D42"/>
                </a:solidFill>
                <a:latin typeface="Arial"/>
                <a:ea typeface="Arial"/>
                <a:cs typeface="Arial"/>
              </a:rPr>
            </a:br>
            <a:r>
              <a:rPr sz="1425" b="1">
                <a:solidFill>
                  <a:srgbClr val="162D42"/>
                </a:solidFill>
                <a:latin typeface="Arial"/>
                <a:ea typeface="Arial"/>
                <a:cs typeface="Arial"/>
              </a:rPr>
              <a:t>Kubernetes</a:t>
            </a:r>
          </a:p>
        </p:txBody>
      </p:sp>
      <p:sp>
        <p:nvSpPr>
          <p:cNvPr id="8" name="">
            <a:extLst xmlns:a="http://schemas.openxmlformats.org/drawingml/2006/main">
              <a:ext uri="{FF2B5EF4-FFF2-40B4-BE49-F238E27FC236}">
                <a16:creationId xmlns:a16="http://schemas.microsoft.com/office/drawing/2014/main" id="{46D9EAB8-5DD7-4B7B-A1E2-E710736D3F09}"/>
              </a:ext>
            </a:extLst>
          </p:cNvPr>
          <p:cNvSpPr>
            <a:spLocks xmlns:a="http://schemas.openxmlformats.org/drawingml/2006/main" noGrp="1"/>
          </p:cNvSpPr>
          <p:nvPr/>
        </p:nvSpPr>
        <p:spPr>
          <a:xfrm xmlns:a="http://schemas.openxmlformats.org/drawingml/2006/main">
            <a:off x="9820275" y="2381250"/>
            <a:ext cx="1952625" cy="981075"/>
          </a:xfrm>
          <a:prstGeom xmlns:a="http://schemas.openxmlformats.org/drawingml/2006/main" prst="roundRect">
            <a:avLst>
              <a:gd name="adj" fmla="val 7767"/>
            </a:avLst>
          </a:prstGeom>
          <a:solidFill xmlns:a="http://schemas.openxmlformats.org/drawingml/2006/main">
            <a:srgbClr val="EAF2F6"/>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425" b="1">
                <a:solidFill>
                  <a:srgbClr val="162D42"/>
                </a:solidFill>
              </a:defRPr>
            </a:defPPr>
            <a:lvl1pPr algn="ctr">
              <a:buNone/>
              <a:defRPr sz="1425" b="1">
                <a:solidFill>
                  <a:srgbClr val="162D42"/>
                </a:solidFill>
              </a:defRPr>
            </a:lvl1pPr>
            <a:lvl2pPr algn="ctr">
              <a:buNone/>
              <a:defRPr sz="1425" b="1">
                <a:solidFill>
                  <a:srgbClr val="162D42"/>
                </a:solidFill>
              </a:defRPr>
            </a:lvl2pPr>
            <a:lvl3pPr algn="ctr">
              <a:buNone/>
              <a:defRPr sz="1425" b="1">
                <a:solidFill>
                  <a:srgbClr val="162D42"/>
                </a:solidFill>
              </a:defRPr>
            </a:lvl3pPr>
            <a:lvl4pPr algn="ctr">
              <a:buNone/>
              <a:defRPr sz="1425" b="1">
                <a:solidFill>
                  <a:srgbClr val="162D42"/>
                </a:solidFill>
              </a:defRPr>
            </a:lvl4pPr>
            <a:lvl5pPr algn="ctr">
              <a:buNone/>
              <a:defRPr sz="1425" b="1">
                <a:solidFill>
                  <a:srgbClr val="162D42"/>
                </a:solidFill>
              </a:defRPr>
            </a:lvl5pPr>
            <a:lvl6pPr algn="ctr">
              <a:buNone/>
              <a:defRPr sz="1425" b="1">
                <a:solidFill>
                  <a:srgbClr val="162D42"/>
                </a:solidFill>
              </a:defRPr>
            </a:lvl6pPr>
            <a:lvl7pPr algn="ctr">
              <a:buNone/>
              <a:defRPr sz="1425" b="1">
                <a:solidFill>
                  <a:srgbClr val="162D42"/>
                </a:solidFill>
              </a:defRPr>
            </a:lvl7pPr>
            <a:lvl8pPr algn="ctr">
              <a:buNone/>
              <a:defRPr sz="1425" b="1">
                <a:solidFill>
                  <a:srgbClr val="162D42"/>
                </a:solidFill>
              </a:defRPr>
            </a:lvl8pPr>
            <a:lvl9pPr algn="ctr">
              <a:buNone/>
              <a:defRPr sz="1425" b="1">
                <a:solidFill>
                  <a:srgbClr val="162D42"/>
                </a:solidFill>
              </a:defRPr>
            </a:lvl9pPr>
          </a:lstStyle>
          <a:p xmlns:a="http://schemas.openxmlformats.org/drawingml/2006/main">
            <a:pPr algn="ctr">
              <a:buNone/>
              <a:defRPr sz="1425" b="1">
                <a:solidFill>
                  <a:srgbClr val="162D42"/>
                </a:solidFill>
              </a:defRPr>
            </a:pPr>
            <a:r>
              <a:rPr sz="1425" b="1">
                <a:solidFill>
                  <a:srgbClr val="162D42"/>
                </a:solidFill>
                <a:latin typeface="Arial"/>
                <a:ea typeface="Arial"/>
                <a:cs typeface="Arial"/>
              </a:rPr>
              <a:t>Pods y</a:t>
            </a:r>
            <a:br>
              <a:rPr sz="1425" b="1">
                <a:solidFill>
                  <a:srgbClr val="162D42"/>
                </a:solidFill>
                <a:latin typeface="Arial"/>
                <a:ea typeface="Arial"/>
                <a:cs typeface="Arial"/>
              </a:rPr>
            </a:br>
            <a:r>
              <a:rPr sz="1425" b="1">
                <a:solidFill>
                  <a:srgbClr val="162D42"/>
                </a:solidFill>
                <a:latin typeface="Arial"/>
                <a:ea typeface="Arial"/>
                <a:cs typeface="Arial"/>
              </a:rPr>
              <a:t>migración</a:t>
            </a:r>
          </a:p>
        </p:txBody>
      </p:sp>
      <p:cxnSp>
        <p:nvCxnSpPr>
          <p:cNvPr id="9" name="">
            <a:extLst xmlns:a="http://schemas.openxmlformats.org/drawingml/2006/main">
              <a:ext uri="{FF2B5EF4-FFF2-40B4-BE49-F238E27FC236}">
                <a16:creationId xmlns:a16="http://schemas.microsoft.com/office/drawing/2014/main" id="{F644AA80-7782-4DCF-8DB3-B80FE1903FF2}"/>
              </a:ext>
            </a:extLst>
          </p:cNvPr>
          <p:cNvCxnSpPr/>
          <p:nvPr/>
        </p:nvCxnSpPr>
        <p:spPr>
          <a:xfrm xmlns:a="http://schemas.openxmlformats.org/drawingml/2006/main">
            <a:off x="2476500" y="2857500"/>
            <a:ext cx="342900" cy="0"/>
          </a:xfrm>
          <a:prstGeom xmlns:a="http://schemas.openxmlformats.org/drawingml/2006/main" prst="straightConnector1">
            <a:avLst/>
          </a:prstGeom>
          <a:ln xmlns:a="http://schemas.openxmlformats.org/drawingml/2006/main" w="28575">
            <a:solidFill>
              <a:srgbClr val="087F8C"/>
            </a:solidFill>
            <a:tailEnd type="arrow" w="med" len="med"/>
          </a:ln>
        </p:spPr>
      </p:cxnSp>
      <p:cxnSp>
        <p:nvCxnSpPr>
          <p:cNvPr id="10" name="">
            <a:extLst xmlns:a="http://schemas.openxmlformats.org/drawingml/2006/main">
              <a:ext uri="{FF2B5EF4-FFF2-40B4-BE49-F238E27FC236}">
                <a16:creationId xmlns:a16="http://schemas.microsoft.com/office/drawing/2014/main" id="{6D177C06-B714-4A81-8EE1-AC28A4D44770}"/>
              </a:ext>
            </a:extLst>
          </p:cNvPr>
          <p:cNvCxnSpPr/>
          <p:nvPr/>
        </p:nvCxnSpPr>
        <p:spPr>
          <a:xfrm xmlns:a="http://schemas.openxmlformats.org/drawingml/2006/main">
            <a:off x="4800600" y="2857500"/>
            <a:ext cx="342900" cy="0"/>
          </a:xfrm>
          <a:prstGeom xmlns:a="http://schemas.openxmlformats.org/drawingml/2006/main" prst="straightConnector1">
            <a:avLst/>
          </a:prstGeom>
          <a:ln xmlns:a="http://schemas.openxmlformats.org/drawingml/2006/main" w="28575">
            <a:solidFill>
              <a:srgbClr val="087F8C"/>
            </a:solidFill>
            <a:tailEnd type="arrow" w="med" len="med"/>
          </a:ln>
        </p:spPr>
      </p:cxnSp>
      <p:cxnSp>
        <p:nvCxnSpPr>
          <p:cNvPr id="11" name="">
            <a:extLst xmlns:a="http://schemas.openxmlformats.org/drawingml/2006/main">
              <a:ext uri="{FF2B5EF4-FFF2-40B4-BE49-F238E27FC236}">
                <a16:creationId xmlns:a16="http://schemas.microsoft.com/office/drawing/2014/main" id="{E599EF18-F86D-4E85-BA49-E476DAFB963A}"/>
              </a:ext>
            </a:extLst>
          </p:cNvPr>
          <p:cNvCxnSpPr/>
          <p:nvPr/>
        </p:nvCxnSpPr>
        <p:spPr>
          <a:xfrm xmlns:a="http://schemas.openxmlformats.org/drawingml/2006/main">
            <a:off x="7124700" y="2857500"/>
            <a:ext cx="342900" cy="0"/>
          </a:xfrm>
          <a:prstGeom xmlns:a="http://schemas.openxmlformats.org/drawingml/2006/main" prst="straightConnector1">
            <a:avLst/>
          </a:prstGeom>
          <a:ln xmlns:a="http://schemas.openxmlformats.org/drawingml/2006/main" w="28575">
            <a:solidFill>
              <a:srgbClr val="087F8C"/>
            </a:solidFill>
            <a:tailEnd type="arrow" w="med" len="med"/>
          </a:ln>
        </p:spPr>
      </p:cxnSp>
      <p:cxnSp>
        <p:nvCxnSpPr>
          <p:cNvPr id="12" name="">
            <a:extLst xmlns:a="http://schemas.openxmlformats.org/drawingml/2006/main">
              <a:ext uri="{FF2B5EF4-FFF2-40B4-BE49-F238E27FC236}">
                <a16:creationId xmlns:a16="http://schemas.microsoft.com/office/drawing/2014/main" id="{D3CDFBF1-DC6D-4F11-ACD8-F88917075F2E}"/>
              </a:ext>
            </a:extLst>
          </p:cNvPr>
          <p:cNvCxnSpPr/>
          <p:nvPr/>
        </p:nvCxnSpPr>
        <p:spPr>
          <a:xfrm xmlns:a="http://schemas.openxmlformats.org/drawingml/2006/main">
            <a:off x="9448800" y="2857500"/>
            <a:ext cx="342900" cy="0"/>
          </a:xfrm>
          <a:prstGeom xmlns:a="http://schemas.openxmlformats.org/drawingml/2006/main" prst="straightConnector1">
            <a:avLst/>
          </a:prstGeom>
          <a:ln xmlns:a="http://schemas.openxmlformats.org/drawingml/2006/main" w="28575">
            <a:solidFill>
              <a:srgbClr val="087F8C"/>
            </a:solidFill>
            <a:tailEnd type="arrow" w="med" len="med"/>
          </a:ln>
        </p:spPr>
      </p:cxnSp>
      <p:sp>
        <p:nvSpPr>
          <p:cNvPr id="13" name="">
            <a:extLst xmlns:a="http://schemas.openxmlformats.org/drawingml/2006/main">
              <a:ext uri="{FF2B5EF4-FFF2-40B4-BE49-F238E27FC236}">
                <a16:creationId xmlns:a16="http://schemas.microsoft.com/office/drawing/2014/main" id="{26FD9D09-19B8-4EC6-B5AE-20DDD2F18716}"/>
              </a:ext>
            </a:extLst>
          </p:cNvPr>
          <p:cNvSpPr>
            <a:spLocks xmlns:a="http://schemas.openxmlformats.org/drawingml/2006/main" noGrp="1"/>
          </p:cNvSpPr>
          <p:nvPr/>
        </p:nvSpPr>
        <p:spPr>
          <a:xfrm xmlns:a="http://schemas.openxmlformats.org/drawingml/2006/main">
            <a:off x="514350" y="1952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4A6071"/>
                </a:solidFill>
              </a:defRPr>
            </a:defPPr>
            <a:lvl1pPr algn="l">
              <a:buNone/>
              <a:defRPr sz="1350" b="1">
                <a:solidFill>
                  <a:srgbClr val="4A6071"/>
                </a:solidFill>
              </a:defRPr>
            </a:lvl1pPr>
            <a:lvl2pPr algn="l">
              <a:buNone/>
              <a:defRPr sz="1350" b="1">
                <a:solidFill>
                  <a:srgbClr val="4A6071"/>
                </a:solidFill>
              </a:defRPr>
            </a:lvl2pPr>
            <a:lvl3pPr algn="l">
              <a:buNone/>
              <a:defRPr sz="1350" b="1">
                <a:solidFill>
                  <a:srgbClr val="4A6071"/>
                </a:solidFill>
              </a:defRPr>
            </a:lvl3pPr>
            <a:lvl4pPr algn="l">
              <a:buNone/>
              <a:defRPr sz="1350" b="1">
                <a:solidFill>
                  <a:srgbClr val="4A6071"/>
                </a:solidFill>
              </a:defRPr>
            </a:lvl4pPr>
            <a:lvl5pPr algn="l">
              <a:buNone/>
              <a:defRPr sz="1350" b="1">
                <a:solidFill>
                  <a:srgbClr val="4A6071"/>
                </a:solidFill>
              </a:defRPr>
            </a:lvl5pPr>
            <a:lvl6pPr algn="l">
              <a:buNone/>
              <a:defRPr sz="1350" b="1">
                <a:solidFill>
                  <a:srgbClr val="4A6071"/>
                </a:solidFill>
              </a:defRPr>
            </a:lvl6pPr>
            <a:lvl7pPr algn="l">
              <a:buNone/>
              <a:defRPr sz="1350" b="1">
                <a:solidFill>
                  <a:srgbClr val="4A6071"/>
                </a:solidFill>
              </a:defRPr>
            </a:lvl7pPr>
            <a:lvl8pPr algn="l">
              <a:buNone/>
              <a:defRPr sz="1350" b="1">
                <a:solidFill>
                  <a:srgbClr val="4A6071"/>
                </a:solidFill>
              </a:defRPr>
            </a:lvl8pPr>
            <a:lvl9pPr algn="l">
              <a:buNone/>
              <a:defRPr sz="1350" b="1">
                <a:solidFill>
                  <a:srgbClr val="4A6071"/>
                </a:solidFill>
              </a:defRPr>
            </a:lvl9pPr>
          </a:lstStyle>
          <a:p xmlns:a="http://schemas.openxmlformats.org/drawingml/2006/main">
            <a:pPr algn="l">
              <a:buNone/>
              <a:defRPr sz="1350" b="1">
                <a:solidFill>
                  <a:srgbClr val="4A6071"/>
                </a:solidFill>
              </a:defRPr>
            </a:pPr>
            <a:r>
              <a:rPr sz="1350" b="1">
                <a:solidFill>
                  <a:srgbClr val="4A6071"/>
                </a:solidFill>
                <a:latin typeface="Arial"/>
                <a:ea typeface="Arial"/>
                <a:cs typeface="Arial"/>
              </a:rPr>
              <a:t>SSM + TLS</a:t>
            </a:r>
          </a:p>
        </p:txBody>
      </p:sp>
      <p:sp>
        <p:nvSpPr>
          <p:cNvPr id="14" name="">
            <a:extLst xmlns:a="http://schemas.openxmlformats.org/drawingml/2006/main">
              <a:ext uri="{FF2B5EF4-FFF2-40B4-BE49-F238E27FC236}">
                <a16:creationId xmlns:a16="http://schemas.microsoft.com/office/drawing/2014/main" id="{906A32B5-ED6A-4482-82AB-31AA3F873122}"/>
              </a:ext>
            </a:extLst>
          </p:cNvPr>
          <p:cNvSpPr>
            <a:spLocks xmlns:a="http://schemas.openxmlformats.org/drawingml/2006/main" noGrp="1"/>
          </p:cNvSpPr>
          <p:nvPr/>
        </p:nvSpPr>
        <p:spPr>
          <a:xfrm xmlns:a="http://schemas.openxmlformats.org/drawingml/2006/main">
            <a:off x="590550" y="4076700"/>
            <a:ext cx="10763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62D42"/>
                </a:solidFill>
              </a:defRPr>
            </a:defPPr>
            <a:lvl1pPr algn="l">
              <a:buNone/>
              <a:defRPr sz="1650" b="0">
                <a:solidFill>
                  <a:srgbClr val="162D42"/>
                </a:solidFill>
              </a:defRPr>
            </a:lvl1pPr>
            <a:lvl2pPr algn="l">
              <a:buNone/>
              <a:defRPr sz="1650" b="0">
                <a:solidFill>
                  <a:srgbClr val="162D42"/>
                </a:solidFill>
              </a:defRPr>
            </a:lvl2pPr>
            <a:lvl3pPr algn="l">
              <a:buNone/>
              <a:defRPr sz="1650" b="0">
                <a:solidFill>
                  <a:srgbClr val="162D42"/>
                </a:solidFill>
              </a:defRPr>
            </a:lvl3pPr>
            <a:lvl4pPr algn="l">
              <a:buNone/>
              <a:defRPr sz="1650" b="0">
                <a:solidFill>
                  <a:srgbClr val="162D42"/>
                </a:solidFill>
              </a:defRPr>
            </a:lvl4pPr>
            <a:lvl5pPr algn="l">
              <a:buNone/>
              <a:defRPr sz="1650" b="0">
                <a:solidFill>
                  <a:srgbClr val="162D42"/>
                </a:solidFill>
              </a:defRPr>
            </a:lvl5pPr>
            <a:lvl6pPr algn="l">
              <a:buNone/>
              <a:defRPr sz="1650" b="0">
                <a:solidFill>
                  <a:srgbClr val="162D42"/>
                </a:solidFill>
              </a:defRPr>
            </a:lvl6pPr>
            <a:lvl7pPr algn="l">
              <a:buNone/>
              <a:defRPr sz="1650" b="0">
                <a:solidFill>
                  <a:srgbClr val="162D42"/>
                </a:solidFill>
              </a:defRPr>
            </a:lvl7pPr>
            <a:lvl8pPr algn="l">
              <a:buNone/>
              <a:defRPr sz="1650" b="0">
                <a:solidFill>
                  <a:srgbClr val="162D42"/>
                </a:solidFill>
              </a:defRPr>
            </a:lvl8pPr>
            <a:lvl9pPr algn="l">
              <a:buNone/>
              <a:defRPr sz="1650" b="0">
                <a:solidFill>
                  <a:srgbClr val="162D42"/>
                </a:solidFill>
              </a:defRPr>
            </a:lvl9pPr>
          </a:lstStyle>
          <a:p xmlns:a="http://schemas.openxmlformats.org/drawingml/2006/main">
            <a:pPr algn="l">
              <a:buNone/>
              <a:defRPr sz="1650" b="0">
                <a:solidFill>
                  <a:srgbClr val="162D42"/>
                </a:solidFill>
              </a:defRPr>
            </a:pPr>
            <a:r>
              <a:rPr sz="1650" b="0">
                <a:solidFill>
                  <a:srgbClr val="162D42"/>
                </a:solidFill>
                <a:latin typeface="Arial"/>
                <a:ea typeface="Arial"/>
                <a:cs typeface="Arial"/>
              </a:rPr>
              <a:t>No se guarda token de Vault en GitHub. El root token, las participaciones y la clave privada permanecen fuera del pipeline.</a:t>
            </a:r>
          </a:p>
        </p:txBody>
      </p:sp>
      <p:sp>
        <p:nvSpPr>
          <p:cNvPr id="15" name="">
            <a:extLst xmlns:a="http://schemas.openxmlformats.org/drawingml/2006/main">
              <a:ext uri="{FF2B5EF4-FFF2-40B4-BE49-F238E27FC236}">
                <a16:creationId xmlns:a16="http://schemas.microsoft.com/office/drawing/2014/main" id="{26A6D23A-39E3-44E3-9CA5-65608843AF0A}"/>
              </a:ext>
            </a:extLst>
          </p:cNvPr>
          <p:cNvSpPr>
            <a:spLocks xmlns:a="http://schemas.openxmlformats.org/drawingml/2006/main" noGrp="1"/>
          </p:cNvSpPr>
          <p:nvPr/>
        </p:nvSpPr>
        <p:spPr>
          <a:xfrm xmlns:a="http://schemas.openxmlformats.org/drawingml/2006/main">
            <a:off x="590550" y="5286375"/>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4A6071"/>
                </a:solidFill>
              </a:defRPr>
            </a:defPPr>
            <a:lvl1pPr algn="l">
              <a:buNone/>
              <a:defRPr sz="1500" b="0">
                <a:solidFill>
                  <a:srgbClr val="4A6071"/>
                </a:solidFill>
              </a:defRPr>
            </a:lvl1pPr>
            <a:lvl2pPr algn="l">
              <a:buNone/>
              <a:defRPr sz="1500" b="0">
                <a:solidFill>
                  <a:srgbClr val="4A6071"/>
                </a:solidFill>
              </a:defRPr>
            </a:lvl2pPr>
            <a:lvl3pPr algn="l">
              <a:buNone/>
              <a:defRPr sz="1500" b="0">
                <a:solidFill>
                  <a:srgbClr val="4A6071"/>
                </a:solidFill>
              </a:defRPr>
            </a:lvl3pPr>
            <a:lvl4pPr algn="l">
              <a:buNone/>
              <a:defRPr sz="1500" b="0">
                <a:solidFill>
                  <a:srgbClr val="4A6071"/>
                </a:solidFill>
              </a:defRPr>
            </a:lvl4pPr>
            <a:lvl5pPr algn="l">
              <a:buNone/>
              <a:defRPr sz="1500" b="0">
                <a:solidFill>
                  <a:srgbClr val="4A6071"/>
                </a:solidFill>
              </a:defRPr>
            </a:lvl5pPr>
            <a:lvl6pPr algn="l">
              <a:buNone/>
              <a:defRPr sz="1500" b="0">
                <a:solidFill>
                  <a:srgbClr val="4A6071"/>
                </a:solidFill>
              </a:defRPr>
            </a:lvl6pPr>
            <a:lvl7pPr algn="l">
              <a:buNone/>
              <a:defRPr sz="1500" b="0">
                <a:solidFill>
                  <a:srgbClr val="4A6071"/>
                </a:solidFill>
              </a:defRPr>
            </a:lvl7pPr>
            <a:lvl8pPr algn="l">
              <a:buNone/>
              <a:defRPr sz="1500" b="0">
                <a:solidFill>
                  <a:srgbClr val="4A6071"/>
                </a:solidFill>
              </a:defRPr>
            </a:lvl8pPr>
            <a:lvl9pPr algn="l">
              <a:buNone/>
              <a:defRPr sz="1500" b="0">
                <a:solidFill>
                  <a:srgbClr val="4A6071"/>
                </a:solidFill>
              </a:defRPr>
            </a:lvl9pPr>
          </a:lstStyle>
          <a:p xmlns:a="http://schemas.openxmlformats.org/drawingml/2006/main">
            <a:pPr algn="l">
              <a:buNone/>
              <a:defRPr sz="1500" b="0">
                <a:solidFill>
                  <a:srgbClr val="4A6071"/>
                </a:solidFill>
              </a:defRPr>
            </a:pPr>
            <a:r>
              <a:rPr sz="1500" b="0">
                <a:solidFill>
                  <a:srgbClr val="4A6071"/>
                </a:solidFill>
                <a:latin typeface="Arial"/>
                <a:ea typeface="Arial"/>
                <a:cs typeface="Arial"/>
              </a:rPr>
              <a:t>Rotación: actualizar KV, validar consumidores y registrar la versión. El release conserva el SHA de imagen verificado.</a:t>
            </a:r>
          </a:p>
        </p:txBody>
      </p:sp>
    </p:spTree>
    <p:extLst>
      <p:ext uri="{BB962C8B-B14F-4D97-AF65-F5344CB8AC3E}">
        <p14:creationId xmlns:p14="http://schemas.microsoft.com/office/powerpoint/2010/main" val="19950930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E38F61E-3EF4-47E2-8FC2-770157952C5B}"/>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0243A"/>
                </a:solidFill>
              </a:defRPr>
            </a:defPPr>
            <a:lvl1pPr algn="l">
              <a:buNone/>
              <a:defRPr sz="2850" b="1">
                <a:solidFill>
                  <a:srgbClr val="10243A"/>
                </a:solidFill>
              </a:defRPr>
            </a:lvl1pPr>
            <a:lvl2pPr algn="l">
              <a:buNone/>
              <a:defRPr sz="2850" b="1">
                <a:solidFill>
                  <a:srgbClr val="10243A"/>
                </a:solidFill>
              </a:defRPr>
            </a:lvl2pPr>
            <a:lvl3pPr algn="l">
              <a:buNone/>
              <a:defRPr sz="2850" b="1">
                <a:solidFill>
                  <a:srgbClr val="10243A"/>
                </a:solidFill>
              </a:defRPr>
            </a:lvl3pPr>
            <a:lvl4pPr algn="l">
              <a:buNone/>
              <a:defRPr sz="2850" b="1">
                <a:solidFill>
                  <a:srgbClr val="10243A"/>
                </a:solidFill>
              </a:defRPr>
            </a:lvl4pPr>
            <a:lvl5pPr algn="l">
              <a:buNone/>
              <a:defRPr sz="2850" b="1">
                <a:solidFill>
                  <a:srgbClr val="10243A"/>
                </a:solidFill>
              </a:defRPr>
            </a:lvl5pPr>
            <a:lvl6pPr algn="l">
              <a:buNone/>
              <a:defRPr sz="2850" b="1">
                <a:solidFill>
                  <a:srgbClr val="10243A"/>
                </a:solidFill>
              </a:defRPr>
            </a:lvl6pPr>
            <a:lvl7pPr algn="l">
              <a:buNone/>
              <a:defRPr sz="2850" b="1">
                <a:solidFill>
                  <a:srgbClr val="10243A"/>
                </a:solidFill>
              </a:defRPr>
            </a:lvl7pPr>
            <a:lvl8pPr algn="l">
              <a:buNone/>
              <a:defRPr sz="2850" b="1">
                <a:solidFill>
                  <a:srgbClr val="10243A"/>
                </a:solidFill>
              </a:defRPr>
            </a:lvl8pPr>
            <a:lvl9pPr algn="l">
              <a:buNone/>
              <a:defRPr sz="2850" b="1">
                <a:solidFill>
                  <a:srgbClr val="10243A"/>
                </a:solidFill>
              </a:defRPr>
            </a:lvl9pPr>
          </a:lstStyle>
          <a:p xmlns:a="http://schemas.openxmlformats.org/drawingml/2006/main">
            <a:pPr algn="l">
              <a:buNone/>
              <a:defRPr sz="2850" b="1">
                <a:solidFill>
                  <a:srgbClr val="10243A"/>
                </a:solidFill>
              </a:defRPr>
            </a:pPr>
            <a:r>
              <a:rPr sz="2850" b="1">
                <a:solidFill>
                  <a:srgbClr val="10243A"/>
                </a:solidFill>
                <a:latin typeface="Arial"/>
                <a:ea typeface="Arial"/>
                <a:cs typeface="Arial"/>
              </a:rPr>
              <a:t>Actualización segura de producción</a:t>
            </a:r>
          </a:p>
        </p:txBody>
      </p:sp>
      <p:sp>
        <p:nvSpPr>
          <p:cNvPr id="2" name="">
            <a:extLst xmlns:a="http://schemas.openxmlformats.org/drawingml/2006/main">
              <a:ext uri="{FF2B5EF4-FFF2-40B4-BE49-F238E27FC236}">
                <a16:creationId xmlns:a16="http://schemas.microsoft.com/office/drawing/2014/main" id="{E4D05EE2-6822-40B2-9C06-ECEC9DF58FD2}"/>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4F244588-1342-44FE-AC4D-DC4968BA112E}"/>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75" b="0">
                <a:solidFill>
                  <a:srgbClr val="4A6071"/>
                </a:solidFill>
              </a:defRPr>
            </a:defPPr>
            <a:lvl1pPr algn="r">
              <a:buNone/>
              <a:defRPr sz="1275" b="0">
                <a:solidFill>
                  <a:srgbClr val="4A6071"/>
                </a:solidFill>
              </a:defRPr>
            </a:lvl1pPr>
            <a:lvl2pPr algn="r">
              <a:buNone/>
              <a:defRPr sz="1275" b="0">
                <a:solidFill>
                  <a:srgbClr val="4A6071"/>
                </a:solidFill>
              </a:defRPr>
            </a:lvl2pPr>
            <a:lvl3pPr algn="r">
              <a:buNone/>
              <a:defRPr sz="1275" b="0">
                <a:solidFill>
                  <a:srgbClr val="4A6071"/>
                </a:solidFill>
              </a:defRPr>
            </a:lvl3pPr>
            <a:lvl4pPr algn="r">
              <a:buNone/>
              <a:defRPr sz="1275" b="0">
                <a:solidFill>
                  <a:srgbClr val="4A6071"/>
                </a:solidFill>
              </a:defRPr>
            </a:lvl4pPr>
            <a:lvl5pPr algn="r">
              <a:buNone/>
              <a:defRPr sz="1275" b="0">
                <a:solidFill>
                  <a:srgbClr val="4A6071"/>
                </a:solidFill>
              </a:defRPr>
            </a:lvl5pPr>
            <a:lvl6pPr algn="r">
              <a:buNone/>
              <a:defRPr sz="1275" b="0">
                <a:solidFill>
                  <a:srgbClr val="4A6071"/>
                </a:solidFill>
              </a:defRPr>
            </a:lvl6pPr>
            <a:lvl7pPr algn="r">
              <a:buNone/>
              <a:defRPr sz="1275" b="0">
                <a:solidFill>
                  <a:srgbClr val="4A6071"/>
                </a:solidFill>
              </a:defRPr>
            </a:lvl7pPr>
            <a:lvl8pPr algn="r">
              <a:buNone/>
              <a:defRPr sz="1275" b="0">
                <a:solidFill>
                  <a:srgbClr val="4A6071"/>
                </a:solidFill>
              </a:defRPr>
            </a:lvl8pPr>
            <a:lvl9pPr algn="r">
              <a:buNone/>
              <a:defRPr sz="1275" b="0">
                <a:solidFill>
                  <a:srgbClr val="4A6071"/>
                </a:solidFill>
              </a:defRPr>
            </a:lvl9pPr>
          </a:lstStyle>
          <a:p xmlns:a="http://schemas.openxmlformats.org/drawingml/2006/main">
            <a:pPr algn="r">
              <a:buNone/>
              <a:defRPr sz="1275" b="0">
                <a:solidFill>
                  <a:srgbClr val="4A6071"/>
                </a:solidFill>
              </a:defRPr>
            </a:pPr>
            <a:r>
              <a:rPr sz="1275" b="0">
                <a:solidFill>
                  <a:srgbClr val="4A607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161BBDC7-4820-4DA3-BCA7-8BE1FB36AB3E}"/>
              </a:ext>
            </a:extLst>
          </p:cNvPr>
          <p:cNvSpPr>
            <a:spLocks xmlns:a="http://schemas.openxmlformats.org/drawingml/2006/main" noGrp="1"/>
          </p:cNvSpPr>
          <p:nvPr/>
        </p:nvSpPr>
        <p:spPr>
          <a:xfrm xmlns:a="http://schemas.openxmlformats.org/drawingml/2006/main">
            <a:off x="428625" y="2419350"/>
            <a:ext cx="2076450" cy="1123950"/>
          </a:xfrm>
          <a:prstGeom xmlns:a="http://schemas.openxmlformats.org/drawingml/2006/main" prst="roundRect">
            <a:avLst>
              <a:gd name="adj" fmla="val 6780"/>
            </a:avLst>
          </a:prstGeom>
          <a:solidFill xmlns:a="http://schemas.openxmlformats.org/drawingml/2006/main">
            <a:srgbClr val="F1F6F7"/>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350" b="1">
                <a:solidFill>
                  <a:srgbClr val="162D42"/>
                </a:solidFill>
              </a:defRPr>
            </a:defPPr>
            <a:lvl1pPr algn="ctr">
              <a:buNone/>
              <a:defRPr sz="1350" b="1">
                <a:solidFill>
                  <a:srgbClr val="162D42"/>
                </a:solidFill>
              </a:defRPr>
            </a:lvl1pPr>
            <a:lvl2pPr algn="ctr">
              <a:buNone/>
              <a:defRPr sz="1350" b="1">
                <a:solidFill>
                  <a:srgbClr val="162D42"/>
                </a:solidFill>
              </a:defRPr>
            </a:lvl2pPr>
            <a:lvl3pPr algn="ctr">
              <a:buNone/>
              <a:defRPr sz="1350" b="1">
                <a:solidFill>
                  <a:srgbClr val="162D42"/>
                </a:solidFill>
              </a:defRPr>
            </a:lvl3pPr>
            <a:lvl4pPr algn="ctr">
              <a:buNone/>
              <a:defRPr sz="1350" b="1">
                <a:solidFill>
                  <a:srgbClr val="162D42"/>
                </a:solidFill>
              </a:defRPr>
            </a:lvl4pPr>
            <a:lvl5pPr algn="ctr">
              <a:buNone/>
              <a:defRPr sz="1350" b="1">
                <a:solidFill>
                  <a:srgbClr val="162D42"/>
                </a:solidFill>
              </a:defRPr>
            </a:lvl5pPr>
            <a:lvl6pPr algn="ctr">
              <a:buNone/>
              <a:defRPr sz="1350" b="1">
                <a:solidFill>
                  <a:srgbClr val="162D42"/>
                </a:solidFill>
              </a:defRPr>
            </a:lvl6pPr>
            <a:lvl7pPr algn="ctr">
              <a:buNone/>
              <a:defRPr sz="1350" b="1">
                <a:solidFill>
                  <a:srgbClr val="162D42"/>
                </a:solidFill>
              </a:defRPr>
            </a:lvl7pPr>
            <a:lvl8pPr algn="ctr">
              <a:buNone/>
              <a:defRPr sz="1350" b="1">
                <a:solidFill>
                  <a:srgbClr val="162D42"/>
                </a:solidFill>
              </a:defRPr>
            </a:lvl8pPr>
            <a:lvl9pPr algn="ctr">
              <a:buNone/>
              <a:defRPr sz="1350" b="1">
                <a:solidFill>
                  <a:srgbClr val="162D42"/>
                </a:solidFill>
              </a:defRPr>
            </a:lvl9pPr>
          </a:lstStyle>
          <a:p xmlns:a="http://schemas.openxmlformats.org/drawingml/2006/main">
            <a:pPr algn="ctr">
              <a:buNone/>
              <a:defRPr sz="1350" b="1">
                <a:solidFill>
                  <a:srgbClr val="162D42"/>
                </a:solidFill>
              </a:defRPr>
            </a:pPr>
            <a:r>
              <a:rPr sz="1350" b="1">
                <a:solidFill>
                  <a:srgbClr val="162D42"/>
                </a:solidFill>
                <a:latin typeface="Arial"/>
                <a:ea typeface="Arial"/>
                <a:cs typeface="Arial"/>
              </a:rPr>
              <a:t>01</a:t>
            </a:r>
            <a:br>
              <a:rPr sz="1350" b="1">
                <a:solidFill>
                  <a:srgbClr val="162D42"/>
                </a:solidFill>
                <a:latin typeface="Arial"/>
                <a:ea typeface="Arial"/>
                <a:cs typeface="Arial"/>
              </a:rPr>
            </a:br>
            <a:r>
              <a:rPr sz="1350" b="1">
                <a:solidFill>
                  <a:srgbClr val="162D42"/>
                </a:solidFill>
                <a:latin typeface="Arial"/>
                <a:ea typeface="Arial"/>
                <a:cs typeface="Arial"/>
              </a:rPr>
              <a:t>PR development → main</a:t>
            </a:r>
          </a:p>
        </p:txBody>
      </p:sp>
      <p:cxnSp>
        <p:nvCxnSpPr>
          <p:cNvPr id="5" name="">
            <a:extLst xmlns:a="http://schemas.openxmlformats.org/drawingml/2006/main">
              <a:ext uri="{FF2B5EF4-FFF2-40B4-BE49-F238E27FC236}">
                <a16:creationId xmlns:a16="http://schemas.microsoft.com/office/drawing/2014/main" id="{7AD03540-D9B6-4D46-A462-AA971564F0A5}"/>
              </a:ext>
            </a:extLst>
          </p:cNvPr>
          <p:cNvCxnSpPr/>
          <p:nvPr/>
        </p:nvCxnSpPr>
        <p:spPr>
          <a:xfrm xmlns:a="http://schemas.openxmlformats.org/drawingml/2006/main">
            <a:off x="2505075" y="2962275"/>
            <a:ext cx="247650" cy="0"/>
          </a:xfrm>
          <a:prstGeom xmlns:a="http://schemas.openxmlformats.org/drawingml/2006/main" prst="straightConnector1">
            <a:avLst/>
          </a:prstGeom>
          <a:ln xmlns:a="http://schemas.openxmlformats.org/drawingml/2006/main" w="28575">
            <a:solidFill>
              <a:srgbClr val="087F8C"/>
            </a:solidFill>
            <a:tailEnd type="arrow" w="med" len="med"/>
          </a:ln>
        </p:spPr>
      </p:cxnSp>
      <p:sp>
        <p:nvSpPr>
          <p:cNvPr id="6" name="">
            <a:extLst xmlns:a="http://schemas.openxmlformats.org/drawingml/2006/main">
              <a:ext uri="{FF2B5EF4-FFF2-40B4-BE49-F238E27FC236}">
                <a16:creationId xmlns:a16="http://schemas.microsoft.com/office/drawing/2014/main" id="{6391C42F-1E91-45F4-9911-DE1809568CA4}"/>
              </a:ext>
            </a:extLst>
          </p:cNvPr>
          <p:cNvSpPr>
            <a:spLocks xmlns:a="http://schemas.openxmlformats.org/drawingml/2006/main" noGrp="1"/>
          </p:cNvSpPr>
          <p:nvPr/>
        </p:nvSpPr>
        <p:spPr>
          <a:xfrm xmlns:a="http://schemas.openxmlformats.org/drawingml/2006/main">
            <a:off x="2790825" y="2419350"/>
            <a:ext cx="2076450" cy="1123950"/>
          </a:xfrm>
          <a:prstGeom xmlns:a="http://schemas.openxmlformats.org/drawingml/2006/main" prst="roundRect">
            <a:avLst>
              <a:gd name="adj" fmla="val 6780"/>
            </a:avLst>
          </a:prstGeom>
          <a:solidFill xmlns:a="http://schemas.openxmlformats.org/drawingml/2006/main">
            <a:srgbClr val="F1F6F7"/>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350" b="1">
                <a:solidFill>
                  <a:srgbClr val="162D42"/>
                </a:solidFill>
              </a:defRPr>
            </a:defPPr>
            <a:lvl1pPr algn="ctr">
              <a:buNone/>
              <a:defRPr sz="1350" b="1">
                <a:solidFill>
                  <a:srgbClr val="162D42"/>
                </a:solidFill>
              </a:defRPr>
            </a:lvl1pPr>
            <a:lvl2pPr algn="ctr">
              <a:buNone/>
              <a:defRPr sz="1350" b="1">
                <a:solidFill>
                  <a:srgbClr val="162D42"/>
                </a:solidFill>
              </a:defRPr>
            </a:lvl2pPr>
            <a:lvl3pPr algn="ctr">
              <a:buNone/>
              <a:defRPr sz="1350" b="1">
                <a:solidFill>
                  <a:srgbClr val="162D42"/>
                </a:solidFill>
              </a:defRPr>
            </a:lvl3pPr>
            <a:lvl4pPr algn="ctr">
              <a:buNone/>
              <a:defRPr sz="1350" b="1">
                <a:solidFill>
                  <a:srgbClr val="162D42"/>
                </a:solidFill>
              </a:defRPr>
            </a:lvl4pPr>
            <a:lvl5pPr algn="ctr">
              <a:buNone/>
              <a:defRPr sz="1350" b="1">
                <a:solidFill>
                  <a:srgbClr val="162D42"/>
                </a:solidFill>
              </a:defRPr>
            </a:lvl5pPr>
            <a:lvl6pPr algn="ctr">
              <a:buNone/>
              <a:defRPr sz="1350" b="1">
                <a:solidFill>
                  <a:srgbClr val="162D42"/>
                </a:solidFill>
              </a:defRPr>
            </a:lvl6pPr>
            <a:lvl7pPr algn="ctr">
              <a:buNone/>
              <a:defRPr sz="1350" b="1">
                <a:solidFill>
                  <a:srgbClr val="162D42"/>
                </a:solidFill>
              </a:defRPr>
            </a:lvl7pPr>
            <a:lvl8pPr algn="ctr">
              <a:buNone/>
              <a:defRPr sz="1350" b="1">
                <a:solidFill>
                  <a:srgbClr val="162D42"/>
                </a:solidFill>
              </a:defRPr>
            </a:lvl8pPr>
            <a:lvl9pPr algn="ctr">
              <a:buNone/>
              <a:defRPr sz="1350" b="1">
                <a:solidFill>
                  <a:srgbClr val="162D42"/>
                </a:solidFill>
              </a:defRPr>
            </a:lvl9pPr>
          </a:lstStyle>
          <a:p xmlns:a="http://schemas.openxmlformats.org/drawingml/2006/main">
            <a:pPr algn="ctr">
              <a:buNone/>
              <a:defRPr sz="1350" b="1">
                <a:solidFill>
                  <a:srgbClr val="162D42"/>
                </a:solidFill>
              </a:defRPr>
            </a:pPr>
            <a:r>
              <a:rPr sz="1350" b="1">
                <a:solidFill>
                  <a:srgbClr val="162D42"/>
                </a:solidFill>
                <a:latin typeface="Arial"/>
                <a:ea typeface="Arial"/>
                <a:cs typeface="Arial"/>
              </a:rPr>
              <a:t>02</a:t>
            </a:r>
            <a:br>
              <a:rPr sz="1350" b="1">
                <a:solidFill>
                  <a:srgbClr val="162D42"/>
                </a:solidFill>
                <a:latin typeface="Arial"/>
                <a:ea typeface="Arial"/>
                <a:cs typeface="Arial"/>
              </a:rPr>
            </a:br>
            <a:r>
              <a:rPr sz="1350" b="1">
                <a:solidFill>
                  <a:srgbClr val="162D42"/>
                </a:solidFill>
                <a:latin typeface="Arial"/>
                <a:ea typeface="Arial"/>
                <a:cs typeface="Arial"/>
              </a:rPr>
              <a:t>Gate SHA + recuperación</a:t>
            </a:r>
          </a:p>
        </p:txBody>
      </p:sp>
      <p:cxnSp>
        <p:nvCxnSpPr>
          <p:cNvPr id="7" name="">
            <a:extLst xmlns:a="http://schemas.openxmlformats.org/drawingml/2006/main">
              <a:ext uri="{FF2B5EF4-FFF2-40B4-BE49-F238E27FC236}">
                <a16:creationId xmlns:a16="http://schemas.microsoft.com/office/drawing/2014/main" id="{E3754BF0-B3AD-4ECD-99C7-ADF686592D5D}"/>
              </a:ext>
            </a:extLst>
          </p:cNvPr>
          <p:cNvCxnSpPr/>
          <p:nvPr/>
        </p:nvCxnSpPr>
        <p:spPr>
          <a:xfrm xmlns:a="http://schemas.openxmlformats.org/drawingml/2006/main">
            <a:off x="4867275" y="2962275"/>
            <a:ext cx="247650" cy="0"/>
          </a:xfrm>
          <a:prstGeom xmlns:a="http://schemas.openxmlformats.org/drawingml/2006/main" prst="straightConnector1">
            <a:avLst/>
          </a:prstGeom>
          <a:ln xmlns:a="http://schemas.openxmlformats.org/drawingml/2006/main" w="28575">
            <a:solidFill>
              <a:srgbClr val="087F8C"/>
            </a:solidFill>
            <a:tailEnd type="arrow" w="med" len="med"/>
          </a:ln>
        </p:spPr>
      </p:cxnSp>
      <p:sp>
        <p:nvSpPr>
          <p:cNvPr id="8" name="">
            <a:extLst xmlns:a="http://schemas.openxmlformats.org/drawingml/2006/main">
              <a:ext uri="{FF2B5EF4-FFF2-40B4-BE49-F238E27FC236}">
                <a16:creationId xmlns:a16="http://schemas.microsoft.com/office/drawing/2014/main" id="{9D414BAB-38CC-429E-8AA4-50C77B3240DF}"/>
              </a:ext>
            </a:extLst>
          </p:cNvPr>
          <p:cNvSpPr>
            <a:spLocks xmlns:a="http://schemas.openxmlformats.org/drawingml/2006/main" noGrp="1"/>
          </p:cNvSpPr>
          <p:nvPr/>
        </p:nvSpPr>
        <p:spPr>
          <a:xfrm xmlns:a="http://schemas.openxmlformats.org/drawingml/2006/main">
            <a:off x="5153025" y="2419350"/>
            <a:ext cx="2076450" cy="1123950"/>
          </a:xfrm>
          <a:prstGeom xmlns:a="http://schemas.openxmlformats.org/drawingml/2006/main" prst="roundRect">
            <a:avLst>
              <a:gd name="adj" fmla="val 6780"/>
            </a:avLst>
          </a:prstGeom>
          <a:solidFill xmlns:a="http://schemas.openxmlformats.org/drawingml/2006/main">
            <a:srgbClr val="F1F6F7"/>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350" b="1">
                <a:solidFill>
                  <a:srgbClr val="162D42"/>
                </a:solidFill>
              </a:defRPr>
            </a:defPPr>
            <a:lvl1pPr algn="ctr">
              <a:buNone/>
              <a:defRPr sz="1350" b="1">
                <a:solidFill>
                  <a:srgbClr val="162D42"/>
                </a:solidFill>
              </a:defRPr>
            </a:lvl1pPr>
            <a:lvl2pPr algn="ctr">
              <a:buNone/>
              <a:defRPr sz="1350" b="1">
                <a:solidFill>
                  <a:srgbClr val="162D42"/>
                </a:solidFill>
              </a:defRPr>
            </a:lvl2pPr>
            <a:lvl3pPr algn="ctr">
              <a:buNone/>
              <a:defRPr sz="1350" b="1">
                <a:solidFill>
                  <a:srgbClr val="162D42"/>
                </a:solidFill>
              </a:defRPr>
            </a:lvl3pPr>
            <a:lvl4pPr algn="ctr">
              <a:buNone/>
              <a:defRPr sz="1350" b="1">
                <a:solidFill>
                  <a:srgbClr val="162D42"/>
                </a:solidFill>
              </a:defRPr>
            </a:lvl4pPr>
            <a:lvl5pPr algn="ctr">
              <a:buNone/>
              <a:defRPr sz="1350" b="1">
                <a:solidFill>
                  <a:srgbClr val="162D42"/>
                </a:solidFill>
              </a:defRPr>
            </a:lvl5pPr>
            <a:lvl6pPr algn="ctr">
              <a:buNone/>
              <a:defRPr sz="1350" b="1">
                <a:solidFill>
                  <a:srgbClr val="162D42"/>
                </a:solidFill>
              </a:defRPr>
            </a:lvl6pPr>
            <a:lvl7pPr algn="ctr">
              <a:buNone/>
              <a:defRPr sz="1350" b="1">
                <a:solidFill>
                  <a:srgbClr val="162D42"/>
                </a:solidFill>
              </a:defRPr>
            </a:lvl7pPr>
            <a:lvl8pPr algn="ctr">
              <a:buNone/>
              <a:defRPr sz="1350" b="1">
                <a:solidFill>
                  <a:srgbClr val="162D42"/>
                </a:solidFill>
              </a:defRPr>
            </a:lvl8pPr>
            <a:lvl9pPr algn="ctr">
              <a:buNone/>
              <a:defRPr sz="1350" b="1">
                <a:solidFill>
                  <a:srgbClr val="162D42"/>
                </a:solidFill>
              </a:defRPr>
            </a:lvl9pPr>
          </a:lstStyle>
          <a:p xmlns:a="http://schemas.openxmlformats.org/drawingml/2006/main">
            <a:pPr algn="ctr">
              <a:buNone/>
              <a:defRPr sz="1350" b="1">
                <a:solidFill>
                  <a:srgbClr val="162D42"/>
                </a:solidFill>
              </a:defRPr>
            </a:pPr>
            <a:r>
              <a:rPr sz="1350" b="1">
                <a:solidFill>
                  <a:srgbClr val="162D42"/>
                </a:solidFill>
                <a:latin typeface="Arial"/>
                <a:ea typeface="Arial"/>
                <a:cs typeface="Arial"/>
              </a:rPr>
              <a:t>03</a:t>
            </a:r>
            <a:br>
              <a:rPr sz="1350" b="1">
                <a:solidFill>
                  <a:srgbClr val="162D42"/>
                </a:solidFill>
                <a:latin typeface="Arial"/>
                <a:ea typeface="Arial"/>
                <a:cs typeface="Arial"/>
              </a:rPr>
            </a:br>
            <a:r>
              <a:rPr sz="1350" b="1">
                <a:solidFill>
                  <a:srgbClr val="162D42"/>
                </a:solidFill>
                <a:latin typeface="Arial"/>
                <a:ea typeface="Arial"/>
                <a:cs typeface="Arial"/>
              </a:rPr>
              <a:t>Pruebas PostgreSQL/Vault</a:t>
            </a:r>
          </a:p>
        </p:txBody>
      </p:sp>
      <p:cxnSp>
        <p:nvCxnSpPr>
          <p:cNvPr id="9" name="">
            <a:extLst xmlns:a="http://schemas.openxmlformats.org/drawingml/2006/main">
              <a:ext uri="{FF2B5EF4-FFF2-40B4-BE49-F238E27FC236}">
                <a16:creationId xmlns:a16="http://schemas.microsoft.com/office/drawing/2014/main" id="{E53517AC-62F7-44EE-9990-B04EBFE2AA27}"/>
              </a:ext>
            </a:extLst>
          </p:cNvPr>
          <p:cNvCxnSpPr/>
          <p:nvPr/>
        </p:nvCxnSpPr>
        <p:spPr>
          <a:xfrm xmlns:a="http://schemas.openxmlformats.org/drawingml/2006/main">
            <a:off x="7229475" y="2962275"/>
            <a:ext cx="247650" cy="0"/>
          </a:xfrm>
          <a:prstGeom xmlns:a="http://schemas.openxmlformats.org/drawingml/2006/main" prst="straightConnector1">
            <a:avLst/>
          </a:prstGeom>
          <a:ln xmlns:a="http://schemas.openxmlformats.org/drawingml/2006/main" w="28575">
            <a:solidFill>
              <a:srgbClr val="087F8C"/>
            </a:solidFill>
            <a:tailEnd type="arrow" w="med" len="med"/>
          </a:ln>
        </p:spPr>
      </p:cxnSp>
      <p:sp>
        <p:nvSpPr>
          <p:cNvPr id="10" name="">
            <a:extLst xmlns:a="http://schemas.openxmlformats.org/drawingml/2006/main">
              <a:ext uri="{FF2B5EF4-FFF2-40B4-BE49-F238E27FC236}">
                <a16:creationId xmlns:a16="http://schemas.microsoft.com/office/drawing/2014/main" id="{6F5D2709-A7EF-4B5E-AFF2-39D6F4FCF047}"/>
              </a:ext>
            </a:extLst>
          </p:cNvPr>
          <p:cNvSpPr>
            <a:spLocks xmlns:a="http://schemas.openxmlformats.org/drawingml/2006/main" noGrp="1"/>
          </p:cNvSpPr>
          <p:nvPr/>
        </p:nvSpPr>
        <p:spPr>
          <a:xfrm xmlns:a="http://schemas.openxmlformats.org/drawingml/2006/main">
            <a:off x="7515225" y="2419350"/>
            <a:ext cx="2076450" cy="1123950"/>
          </a:xfrm>
          <a:prstGeom xmlns:a="http://schemas.openxmlformats.org/drawingml/2006/main" prst="roundRect">
            <a:avLst>
              <a:gd name="adj" fmla="val 6780"/>
            </a:avLst>
          </a:prstGeom>
          <a:solidFill xmlns:a="http://schemas.openxmlformats.org/drawingml/2006/main">
            <a:srgbClr val="F1F6F7"/>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350" b="1">
                <a:solidFill>
                  <a:srgbClr val="162D42"/>
                </a:solidFill>
              </a:defRPr>
            </a:defPPr>
            <a:lvl1pPr algn="ctr">
              <a:buNone/>
              <a:defRPr sz="1350" b="1">
                <a:solidFill>
                  <a:srgbClr val="162D42"/>
                </a:solidFill>
              </a:defRPr>
            </a:lvl1pPr>
            <a:lvl2pPr algn="ctr">
              <a:buNone/>
              <a:defRPr sz="1350" b="1">
                <a:solidFill>
                  <a:srgbClr val="162D42"/>
                </a:solidFill>
              </a:defRPr>
            </a:lvl2pPr>
            <a:lvl3pPr algn="ctr">
              <a:buNone/>
              <a:defRPr sz="1350" b="1">
                <a:solidFill>
                  <a:srgbClr val="162D42"/>
                </a:solidFill>
              </a:defRPr>
            </a:lvl3pPr>
            <a:lvl4pPr algn="ctr">
              <a:buNone/>
              <a:defRPr sz="1350" b="1">
                <a:solidFill>
                  <a:srgbClr val="162D42"/>
                </a:solidFill>
              </a:defRPr>
            </a:lvl4pPr>
            <a:lvl5pPr algn="ctr">
              <a:buNone/>
              <a:defRPr sz="1350" b="1">
                <a:solidFill>
                  <a:srgbClr val="162D42"/>
                </a:solidFill>
              </a:defRPr>
            </a:lvl5pPr>
            <a:lvl6pPr algn="ctr">
              <a:buNone/>
              <a:defRPr sz="1350" b="1">
                <a:solidFill>
                  <a:srgbClr val="162D42"/>
                </a:solidFill>
              </a:defRPr>
            </a:lvl6pPr>
            <a:lvl7pPr algn="ctr">
              <a:buNone/>
              <a:defRPr sz="1350" b="1">
                <a:solidFill>
                  <a:srgbClr val="162D42"/>
                </a:solidFill>
              </a:defRPr>
            </a:lvl7pPr>
            <a:lvl8pPr algn="ctr">
              <a:buNone/>
              <a:defRPr sz="1350" b="1">
                <a:solidFill>
                  <a:srgbClr val="162D42"/>
                </a:solidFill>
              </a:defRPr>
            </a:lvl8pPr>
            <a:lvl9pPr algn="ctr">
              <a:buNone/>
              <a:defRPr sz="1350" b="1">
                <a:solidFill>
                  <a:srgbClr val="162D42"/>
                </a:solidFill>
              </a:defRPr>
            </a:lvl9pPr>
          </a:lstStyle>
          <a:p xmlns:a="http://schemas.openxmlformats.org/drawingml/2006/main">
            <a:pPr algn="ctr">
              <a:buNone/>
              <a:defRPr sz="1350" b="1">
                <a:solidFill>
                  <a:srgbClr val="162D42"/>
                </a:solidFill>
              </a:defRPr>
            </a:pPr>
            <a:r>
              <a:rPr sz="1350" b="1">
                <a:solidFill>
                  <a:srgbClr val="162D42"/>
                </a:solidFill>
                <a:latin typeface="Arial"/>
                <a:ea typeface="Arial"/>
                <a:cs typeface="Arial"/>
              </a:rPr>
              <a:t>04</a:t>
            </a:r>
            <a:br>
              <a:rPr sz="1350" b="1">
                <a:solidFill>
                  <a:srgbClr val="162D42"/>
                </a:solidFill>
                <a:latin typeface="Arial"/>
                <a:ea typeface="Arial"/>
                <a:cs typeface="Arial"/>
              </a:rPr>
            </a:br>
            <a:r>
              <a:rPr sz="1350" b="1">
                <a:solidFill>
                  <a:srgbClr val="162D42"/>
                </a:solidFill>
                <a:latin typeface="Arial"/>
                <a:ea typeface="Arial"/>
                <a:cs typeface="Arial"/>
              </a:rPr>
              <a:t>12 imágenes ECR con SHA</a:t>
            </a:r>
          </a:p>
        </p:txBody>
      </p:sp>
      <p:cxnSp>
        <p:nvCxnSpPr>
          <p:cNvPr id="11" name="">
            <a:extLst xmlns:a="http://schemas.openxmlformats.org/drawingml/2006/main">
              <a:ext uri="{FF2B5EF4-FFF2-40B4-BE49-F238E27FC236}">
                <a16:creationId xmlns:a16="http://schemas.microsoft.com/office/drawing/2014/main" id="{C45C7D21-7C16-4E15-9532-352FB7495766}"/>
              </a:ext>
            </a:extLst>
          </p:cNvPr>
          <p:cNvCxnSpPr/>
          <p:nvPr/>
        </p:nvCxnSpPr>
        <p:spPr>
          <a:xfrm xmlns:a="http://schemas.openxmlformats.org/drawingml/2006/main">
            <a:off x="9591675" y="2962275"/>
            <a:ext cx="247650" cy="0"/>
          </a:xfrm>
          <a:prstGeom xmlns:a="http://schemas.openxmlformats.org/drawingml/2006/main" prst="straightConnector1">
            <a:avLst/>
          </a:prstGeom>
          <a:ln xmlns:a="http://schemas.openxmlformats.org/drawingml/2006/main" w="28575">
            <a:solidFill>
              <a:srgbClr val="087F8C"/>
            </a:solidFill>
            <a:tailEnd type="arrow" w="med" len="med"/>
          </a:ln>
        </p:spPr>
      </p:cxnSp>
      <p:sp>
        <p:nvSpPr>
          <p:cNvPr id="12" name="">
            <a:extLst xmlns:a="http://schemas.openxmlformats.org/drawingml/2006/main">
              <a:ext uri="{FF2B5EF4-FFF2-40B4-BE49-F238E27FC236}">
                <a16:creationId xmlns:a16="http://schemas.microsoft.com/office/drawing/2014/main" id="{C0348F37-6F70-467C-80D9-B49440065E29}"/>
              </a:ext>
            </a:extLst>
          </p:cNvPr>
          <p:cNvSpPr>
            <a:spLocks xmlns:a="http://schemas.openxmlformats.org/drawingml/2006/main" noGrp="1"/>
          </p:cNvSpPr>
          <p:nvPr/>
        </p:nvSpPr>
        <p:spPr>
          <a:xfrm xmlns:a="http://schemas.openxmlformats.org/drawingml/2006/main">
            <a:off x="9877425" y="2419350"/>
            <a:ext cx="2076450" cy="1123950"/>
          </a:xfrm>
          <a:prstGeom xmlns:a="http://schemas.openxmlformats.org/drawingml/2006/main" prst="roundRect">
            <a:avLst>
              <a:gd name="adj" fmla="val 6780"/>
            </a:avLst>
          </a:prstGeom>
          <a:solidFill xmlns:a="http://schemas.openxmlformats.org/drawingml/2006/main">
            <a:srgbClr val="F1F6F7"/>
          </a:solidFill>
          <a:ln xmlns:a="http://schemas.openxmlformats.org/drawingml/2006/main" w="14288">
            <a:solidFill>
              <a:srgbClr val="145F91"/>
            </a:solidFill>
            <a:prstDash val="solid"/>
          </a:ln>
        </p:spPr>
        <p:txBody>
          <a:bodyPr xmlns:a="http://schemas.openxmlformats.org/drawingml/2006/main" lIns="114300" tIns="114300" rIns="114300" bIns="114300" anchor="ctr"/>
          <a:lstStyle xmlns:a="http://schemas.openxmlformats.org/drawingml/2006/main">
            <a:defPPr algn="ctr">
              <a:defRPr sz="1350" b="1">
                <a:solidFill>
                  <a:srgbClr val="162D42"/>
                </a:solidFill>
              </a:defRPr>
            </a:defPPr>
            <a:lvl1pPr algn="ctr">
              <a:buNone/>
              <a:defRPr sz="1350" b="1">
                <a:solidFill>
                  <a:srgbClr val="162D42"/>
                </a:solidFill>
              </a:defRPr>
            </a:lvl1pPr>
            <a:lvl2pPr algn="ctr">
              <a:buNone/>
              <a:defRPr sz="1350" b="1">
                <a:solidFill>
                  <a:srgbClr val="162D42"/>
                </a:solidFill>
              </a:defRPr>
            </a:lvl2pPr>
            <a:lvl3pPr algn="ctr">
              <a:buNone/>
              <a:defRPr sz="1350" b="1">
                <a:solidFill>
                  <a:srgbClr val="162D42"/>
                </a:solidFill>
              </a:defRPr>
            </a:lvl3pPr>
            <a:lvl4pPr algn="ctr">
              <a:buNone/>
              <a:defRPr sz="1350" b="1">
                <a:solidFill>
                  <a:srgbClr val="162D42"/>
                </a:solidFill>
              </a:defRPr>
            </a:lvl4pPr>
            <a:lvl5pPr algn="ctr">
              <a:buNone/>
              <a:defRPr sz="1350" b="1">
                <a:solidFill>
                  <a:srgbClr val="162D42"/>
                </a:solidFill>
              </a:defRPr>
            </a:lvl5pPr>
            <a:lvl6pPr algn="ctr">
              <a:buNone/>
              <a:defRPr sz="1350" b="1">
                <a:solidFill>
                  <a:srgbClr val="162D42"/>
                </a:solidFill>
              </a:defRPr>
            </a:lvl6pPr>
            <a:lvl7pPr algn="ctr">
              <a:buNone/>
              <a:defRPr sz="1350" b="1">
                <a:solidFill>
                  <a:srgbClr val="162D42"/>
                </a:solidFill>
              </a:defRPr>
            </a:lvl7pPr>
            <a:lvl8pPr algn="ctr">
              <a:buNone/>
              <a:defRPr sz="1350" b="1">
                <a:solidFill>
                  <a:srgbClr val="162D42"/>
                </a:solidFill>
              </a:defRPr>
            </a:lvl8pPr>
            <a:lvl9pPr algn="ctr">
              <a:buNone/>
              <a:defRPr sz="1350" b="1">
                <a:solidFill>
                  <a:srgbClr val="162D42"/>
                </a:solidFill>
              </a:defRPr>
            </a:lvl9pPr>
          </a:lstStyle>
          <a:p xmlns:a="http://schemas.openxmlformats.org/drawingml/2006/main">
            <a:pPr algn="ctr">
              <a:buNone/>
              <a:defRPr sz="1350" b="1">
                <a:solidFill>
                  <a:srgbClr val="162D42"/>
                </a:solidFill>
              </a:defRPr>
            </a:pPr>
            <a:r>
              <a:rPr sz="1350" b="1">
                <a:solidFill>
                  <a:srgbClr val="162D42"/>
                </a:solidFill>
                <a:latin typeface="Arial"/>
                <a:ea typeface="Arial"/>
                <a:cs typeface="Arial"/>
              </a:rPr>
              <a:t>05</a:t>
            </a:r>
            <a:br>
              <a:rPr sz="1350" b="1">
                <a:solidFill>
                  <a:srgbClr val="162D42"/>
                </a:solidFill>
                <a:latin typeface="Arial"/>
                <a:ea typeface="Arial"/>
                <a:cs typeface="Arial"/>
              </a:rPr>
            </a:br>
            <a:r>
              <a:rPr sz="1350" b="1">
                <a:solidFill>
                  <a:srgbClr val="162D42"/>
                </a:solidFill>
                <a:latin typeface="Arial"/>
                <a:ea typeface="Arial"/>
                <a:cs typeface="Arial"/>
              </a:rPr>
              <a:t>Ansible + OIDC + Helm</a:t>
            </a:r>
          </a:p>
        </p:txBody>
      </p:sp>
      <p:sp>
        <p:nvSpPr>
          <p:cNvPr id="13" name="">
            <a:extLst xmlns:a="http://schemas.openxmlformats.org/drawingml/2006/main">
              <a:ext uri="{FF2B5EF4-FFF2-40B4-BE49-F238E27FC236}">
                <a16:creationId xmlns:a16="http://schemas.microsoft.com/office/drawing/2014/main" id="{B5D68712-9A5D-49B0-9570-9B69A6397B04}"/>
              </a:ext>
            </a:extLst>
          </p:cNvPr>
          <p:cNvSpPr>
            <a:spLocks xmlns:a="http://schemas.openxmlformats.org/drawingml/2006/main" noGrp="1"/>
          </p:cNvSpPr>
          <p:nvPr/>
        </p:nvSpPr>
        <p:spPr>
          <a:xfrm xmlns:a="http://schemas.openxmlformats.org/drawingml/2006/main">
            <a:off x="619125" y="414337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0243A"/>
                </a:solidFill>
              </a:defRPr>
            </a:defPPr>
            <a:lvl1pPr algn="l">
              <a:buNone/>
              <a:defRPr sz="1725" b="1">
                <a:solidFill>
                  <a:srgbClr val="10243A"/>
                </a:solidFill>
              </a:defRPr>
            </a:lvl1pPr>
            <a:lvl2pPr algn="l">
              <a:buNone/>
              <a:defRPr sz="1725" b="1">
                <a:solidFill>
                  <a:srgbClr val="10243A"/>
                </a:solidFill>
              </a:defRPr>
            </a:lvl2pPr>
            <a:lvl3pPr algn="l">
              <a:buNone/>
              <a:defRPr sz="1725" b="1">
                <a:solidFill>
                  <a:srgbClr val="10243A"/>
                </a:solidFill>
              </a:defRPr>
            </a:lvl3pPr>
            <a:lvl4pPr algn="l">
              <a:buNone/>
              <a:defRPr sz="1725" b="1">
                <a:solidFill>
                  <a:srgbClr val="10243A"/>
                </a:solidFill>
              </a:defRPr>
            </a:lvl4pPr>
            <a:lvl5pPr algn="l">
              <a:buNone/>
              <a:defRPr sz="1725" b="1">
                <a:solidFill>
                  <a:srgbClr val="10243A"/>
                </a:solidFill>
              </a:defRPr>
            </a:lvl5pPr>
            <a:lvl6pPr algn="l">
              <a:buNone/>
              <a:defRPr sz="1725" b="1">
                <a:solidFill>
                  <a:srgbClr val="10243A"/>
                </a:solidFill>
              </a:defRPr>
            </a:lvl6pPr>
            <a:lvl7pPr algn="l">
              <a:buNone/>
              <a:defRPr sz="1725" b="1">
                <a:solidFill>
                  <a:srgbClr val="10243A"/>
                </a:solidFill>
              </a:defRPr>
            </a:lvl7pPr>
            <a:lvl8pPr algn="l">
              <a:buNone/>
              <a:defRPr sz="1725" b="1">
                <a:solidFill>
                  <a:srgbClr val="10243A"/>
                </a:solidFill>
              </a:defRPr>
            </a:lvl8pPr>
            <a:lvl9pPr algn="l">
              <a:buNone/>
              <a:defRPr sz="1725" b="1">
                <a:solidFill>
                  <a:srgbClr val="10243A"/>
                </a:solidFill>
              </a:defRPr>
            </a:lvl9pPr>
          </a:lstStyle>
          <a:p xmlns:a="http://schemas.openxmlformats.org/drawingml/2006/main">
            <a:pPr algn="l">
              <a:buNone/>
              <a:defRPr sz="1725" b="1">
                <a:solidFill>
                  <a:srgbClr val="10243A"/>
                </a:solidFill>
              </a:defRPr>
            </a:pPr>
            <a:r>
              <a:rPr sz="1725" b="1">
                <a:solidFill>
                  <a:srgbClr val="10243A"/>
                </a:solidFill>
                <a:latin typeface="Arial"/>
                <a:ea typeface="Arial"/>
                <a:cs typeface="Arial"/>
              </a:rPr>
              <a:t>CD serializado: comprueba KMS, TLS, Vault y EKS antes de entregar los secretos.</a:t>
            </a:r>
          </a:p>
        </p:txBody>
      </p:sp>
      <p:sp>
        <p:nvSpPr>
          <p:cNvPr id="14" name="">
            <a:extLst xmlns:a="http://schemas.openxmlformats.org/drawingml/2006/main">
              <a:ext uri="{FF2B5EF4-FFF2-40B4-BE49-F238E27FC236}">
                <a16:creationId xmlns:a16="http://schemas.microsoft.com/office/drawing/2014/main" id="{39080B03-57FC-4292-9F7E-CBC59FD74950}"/>
              </a:ext>
            </a:extLst>
          </p:cNvPr>
          <p:cNvSpPr>
            <a:spLocks xmlns:a="http://schemas.openxmlformats.org/drawingml/2006/main" noGrp="1"/>
          </p:cNvSpPr>
          <p:nvPr/>
        </p:nvSpPr>
        <p:spPr>
          <a:xfrm xmlns:a="http://schemas.openxmlformats.org/drawingml/2006/main">
            <a:off x="619125" y="4953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62D42"/>
                </a:solidFill>
              </a:defRPr>
            </a:defPPr>
            <a:lvl1pPr algn="l">
              <a:buNone/>
              <a:defRPr sz="1575" b="0">
                <a:solidFill>
                  <a:srgbClr val="162D42"/>
                </a:solidFill>
              </a:defRPr>
            </a:lvl1pPr>
            <a:lvl2pPr algn="l">
              <a:buNone/>
              <a:defRPr sz="1575" b="0">
                <a:solidFill>
                  <a:srgbClr val="162D42"/>
                </a:solidFill>
              </a:defRPr>
            </a:lvl2pPr>
            <a:lvl3pPr algn="l">
              <a:buNone/>
              <a:defRPr sz="1575" b="0">
                <a:solidFill>
                  <a:srgbClr val="162D42"/>
                </a:solidFill>
              </a:defRPr>
            </a:lvl3pPr>
            <a:lvl4pPr algn="l">
              <a:buNone/>
              <a:defRPr sz="1575" b="0">
                <a:solidFill>
                  <a:srgbClr val="162D42"/>
                </a:solidFill>
              </a:defRPr>
            </a:lvl4pPr>
            <a:lvl5pPr algn="l">
              <a:buNone/>
              <a:defRPr sz="1575" b="0">
                <a:solidFill>
                  <a:srgbClr val="162D42"/>
                </a:solidFill>
              </a:defRPr>
            </a:lvl5pPr>
            <a:lvl6pPr algn="l">
              <a:buNone/>
              <a:defRPr sz="1575" b="0">
                <a:solidFill>
                  <a:srgbClr val="162D42"/>
                </a:solidFill>
              </a:defRPr>
            </a:lvl6pPr>
            <a:lvl7pPr algn="l">
              <a:buNone/>
              <a:defRPr sz="1575" b="0">
                <a:solidFill>
                  <a:srgbClr val="162D42"/>
                </a:solidFill>
              </a:defRPr>
            </a:lvl7pPr>
            <a:lvl8pPr algn="l">
              <a:buNone/>
              <a:defRPr sz="1575" b="0">
                <a:solidFill>
                  <a:srgbClr val="162D42"/>
                </a:solidFill>
              </a:defRPr>
            </a:lvl8pPr>
            <a:lvl9pPr algn="l">
              <a:buNone/>
              <a:defRPr sz="1575" b="0">
                <a:solidFill>
                  <a:srgbClr val="162D42"/>
                </a:solidFill>
              </a:defRPr>
            </a:lvl9pPr>
          </a:lstStyle>
          <a:p xmlns:a="http://schemas.openxmlformats.org/drawingml/2006/main">
            <a:pPr algn="l">
              <a:buNone/>
              <a:defRPr sz="1575" b="0">
                <a:solidFill>
                  <a:srgbClr val="162D42"/>
                </a:solidFill>
              </a:defRPr>
            </a:pPr>
            <a:r>
              <a:rPr sz="1575" b="0">
                <a:solidFill>
                  <a:srgbClr val="162D42"/>
                </a:solidFill>
                <a:latin typeface="Arial"/>
                <a:ea typeface="Arial"/>
                <a:cs typeface="Arial"/>
              </a:rPr>
              <a:t>Después: migración y smoke de login, catálogo y checkout. Si falla, conserva la custodia PostgreSQL y aplica la recuperación de release.</a:t>
            </a:r>
          </a:p>
        </p:txBody>
      </p:sp>
    </p:spTree>
    <p:extLst>
      <p:ext uri="{BB962C8B-B14F-4D97-AF65-F5344CB8AC3E}">
        <p14:creationId xmlns:p14="http://schemas.microsoft.com/office/powerpoint/2010/main" val="19041409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97E65E7-E8A1-4562-B268-80216B9BB8DD}"/>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0243A"/>
                </a:solidFill>
              </a:defRPr>
            </a:defPPr>
            <a:lvl1pPr algn="l">
              <a:buNone/>
              <a:defRPr sz="2850" b="1">
                <a:solidFill>
                  <a:srgbClr val="10243A"/>
                </a:solidFill>
              </a:defRPr>
            </a:lvl1pPr>
            <a:lvl2pPr algn="l">
              <a:buNone/>
              <a:defRPr sz="2850" b="1">
                <a:solidFill>
                  <a:srgbClr val="10243A"/>
                </a:solidFill>
              </a:defRPr>
            </a:lvl2pPr>
            <a:lvl3pPr algn="l">
              <a:buNone/>
              <a:defRPr sz="2850" b="1">
                <a:solidFill>
                  <a:srgbClr val="10243A"/>
                </a:solidFill>
              </a:defRPr>
            </a:lvl3pPr>
            <a:lvl4pPr algn="l">
              <a:buNone/>
              <a:defRPr sz="2850" b="1">
                <a:solidFill>
                  <a:srgbClr val="10243A"/>
                </a:solidFill>
              </a:defRPr>
            </a:lvl4pPr>
            <a:lvl5pPr algn="l">
              <a:buNone/>
              <a:defRPr sz="2850" b="1">
                <a:solidFill>
                  <a:srgbClr val="10243A"/>
                </a:solidFill>
              </a:defRPr>
            </a:lvl5pPr>
            <a:lvl6pPr algn="l">
              <a:buNone/>
              <a:defRPr sz="2850" b="1">
                <a:solidFill>
                  <a:srgbClr val="10243A"/>
                </a:solidFill>
              </a:defRPr>
            </a:lvl6pPr>
            <a:lvl7pPr algn="l">
              <a:buNone/>
              <a:defRPr sz="2850" b="1">
                <a:solidFill>
                  <a:srgbClr val="10243A"/>
                </a:solidFill>
              </a:defRPr>
            </a:lvl7pPr>
            <a:lvl8pPr algn="l">
              <a:buNone/>
              <a:defRPr sz="2850" b="1">
                <a:solidFill>
                  <a:srgbClr val="10243A"/>
                </a:solidFill>
              </a:defRPr>
            </a:lvl8pPr>
            <a:lvl9pPr algn="l">
              <a:buNone/>
              <a:defRPr sz="2850" b="1">
                <a:solidFill>
                  <a:srgbClr val="10243A"/>
                </a:solidFill>
              </a:defRPr>
            </a:lvl9pPr>
          </a:lstStyle>
          <a:p xmlns:a="http://schemas.openxmlformats.org/drawingml/2006/main">
            <a:pPr algn="l">
              <a:buNone/>
              <a:defRPr sz="2850" b="1">
                <a:solidFill>
                  <a:srgbClr val="10243A"/>
                </a:solidFill>
              </a:defRPr>
            </a:pPr>
            <a:r>
              <a:rPr sz="2850" b="1">
                <a:solidFill>
                  <a:srgbClr val="10243A"/>
                </a:solidFill>
                <a:latin typeface="Arial"/>
                <a:ea typeface="Arial"/>
                <a:cs typeface="Arial"/>
              </a:rPr>
              <a:t>UI y accesibilidad</a:t>
            </a:r>
          </a:p>
        </p:txBody>
      </p:sp>
      <p:sp>
        <p:nvSpPr>
          <p:cNvPr id="2" name="">
            <a:extLst xmlns:a="http://schemas.openxmlformats.org/drawingml/2006/main">
              <a:ext uri="{FF2B5EF4-FFF2-40B4-BE49-F238E27FC236}">
                <a16:creationId xmlns:a16="http://schemas.microsoft.com/office/drawing/2014/main" id="{B9007309-A65F-49CF-B436-F4D030AE4F56}"/>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7AA97A6F-9159-42D1-A6F3-4C1C13E4ED1A}"/>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75" b="0">
                <a:solidFill>
                  <a:srgbClr val="4A6071"/>
                </a:solidFill>
              </a:defRPr>
            </a:defPPr>
            <a:lvl1pPr algn="r">
              <a:buNone/>
              <a:defRPr sz="1275" b="0">
                <a:solidFill>
                  <a:srgbClr val="4A6071"/>
                </a:solidFill>
              </a:defRPr>
            </a:lvl1pPr>
            <a:lvl2pPr algn="r">
              <a:buNone/>
              <a:defRPr sz="1275" b="0">
                <a:solidFill>
                  <a:srgbClr val="4A6071"/>
                </a:solidFill>
              </a:defRPr>
            </a:lvl2pPr>
            <a:lvl3pPr algn="r">
              <a:buNone/>
              <a:defRPr sz="1275" b="0">
                <a:solidFill>
                  <a:srgbClr val="4A6071"/>
                </a:solidFill>
              </a:defRPr>
            </a:lvl3pPr>
            <a:lvl4pPr algn="r">
              <a:buNone/>
              <a:defRPr sz="1275" b="0">
                <a:solidFill>
                  <a:srgbClr val="4A6071"/>
                </a:solidFill>
              </a:defRPr>
            </a:lvl4pPr>
            <a:lvl5pPr algn="r">
              <a:buNone/>
              <a:defRPr sz="1275" b="0">
                <a:solidFill>
                  <a:srgbClr val="4A6071"/>
                </a:solidFill>
              </a:defRPr>
            </a:lvl5pPr>
            <a:lvl6pPr algn="r">
              <a:buNone/>
              <a:defRPr sz="1275" b="0">
                <a:solidFill>
                  <a:srgbClr val="4A6071"/>
                </a:solidFill>
              </a:defRPr>
            </a:lvl6pPr>
            <a:lvl7pPr algn="r">
              <a:buNone/>
              <a:defRPr sz="1275" b="0">
                <a:solidFill>
                  <a:srgbClr val="4A6071"/>
                </a:solidFill>
              </a:defRPr>
            </a:lvl7pPr>
            <a:lvl8pPr algn="r">
              <a:buNone/>
              <a:defRPr sz="1275" b="0">
                <a:solidFill>
                  <a:srgbClr val="4A6071"/>
                </a:solidFill>
              </a:defRPr>
            </a:lvl8pPr>
            <a:lvl9pPr algn="r">
              <a:buNone/>
              <a:defRPr sz="1275" b="0">
                <a:solidFill>
                  <a:srgbClr val="4A6071"/>
                </a:solidFill>
              </a:defRPr>
            </a:lvl9pPr>
          </a:lstStyle>
          <a:p xmlns:a="http://schemas.openxmlformats.org/drawingml/2006/main">
            <a:pPr algn="r">
              <a:buNone/>
              <a:defRPr sz="1275" b="0">
                <a:solidFill>
                  <a:srgbClr val="4A6071"/>
                </a:solidFill>
              </a:defRPr>
            </a:pPr>
            <a:r>
              <a:rPr sz="1275" b="0">
                <a:solidFill>
                  <a:srgbClr val="4A6071"/>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2D10880-AD10-481E-992C-DCA73CC8987C}"/>
              </a:ext>
            </a:extLst>
          </p:cNvPr>
          <p:cNvSpPr>
            <a:spLocks xmlns:a="http://schemas.openxmlformats.org/drawingml/2006/main" noGrp="1"/>
          </p:cNvSpPr>
          <p:nvPr/>
        </p:nvSpPr>
        <p:spPr>
          <a:xfrm xmlns:a="http://schemas.openxmlformats.org/drawingml/2006/main">
            <a:off x="666750" y="1933575"/>
            <a:ext cx="3286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45F91"/>
                </a:solidFill>
              </a:defRPr>
            </a:defPPr>
            <a:lvl1pPr algn="l">
              <a:buNone/>
              <a:defRPr sz="2025" b="1">
                <a:solidFill>
                  <a:srgbClr val="145F91"/>
                </a:solidFill>
              </a:defRPr>
            </a:lvl1pPr>
            <a:lvl2pPr algn="l">
              <a:buNone/>
              <a:defRPr sz="2025" b="1">
                <a:solidFill>
                  <a:srgbClr val="145F91"/>
                </a:solidFill>
              </a:defRPr>
            </a:lvl2pPr>
            <a:lvl3pPr algn="l">
              <a:buNone/>
              <a:defRPr sz="2025" b="1">
                <a:solidFill>
                  <a:srgbClr val="145F91"/>
                </a:solidFill>
              </a:defRPr>
            </a:lvl3pPr>
            <a:lvl4pPr algn="l">
              <a:buNone/>
              <a:defRPr sz="2025" b="1">
                <a:solidFill>
                  <a:srgbClr val="145F91"/>
                </a:solidFill>
              </a:defRPr>
            </a:lvl4pPr>
            <a:lvl5pPr algn="l">
              <a:buNone/>
              <a:defRPr sz="2025" b="1">
                <a:solidFill>
                  <a:srgbClr val="145F91"/>
                </a:solidFill>
              </a:defRPr>
            </a:lvl5pPr>
            <a:lvl6pPr algn="l">
              <a:buNone/>
              <a:defRPr sz="2025" b="1">
                <a:solidFill>
                  <a:srgbClr val="145F91"/>
                </a:solidFill>
              </a:defRPr>
            </a:lvl6pPr>
            <a:lvl7pPr algn="l">
              <a:buNone/>
              <a:defRPr sz="2025" b="1">
                <a:solidFill>
                  <a:srgbClr val="145F91"/>
                </a:solidFill>
              </a:defRPr>
            </a:lvl7pPr>
            <a:lvl8pPr algn="l">
              <a:buNone/>
              <a:defRPr sz="2025" b="1">
                <a:solidFill>
                  <a:srgbClr val="145F91"/>
                </a:solidFill>
              </a:defRPr>
            </a:lvl8pPr>
            <a:lvl9pPr algn="l">
              <a:buNone/>
              <a:defRPr sz="2025" b="1">
                <a:solidFill>
                  <a:srgbClr val="145F91"/>
                </a:solidFill>
              </a:defRPr>
            </a:lvl9pPr>
          </a:lstStyle>
          <a:p xmlns:a="http://schemas.openxmlformats.org/drawingml/2006/main">
            <a:pPr algn="l">
              <a:buNone/>
              <a:defRPr sz="2025" b="1">
                <a:solidFill>
                  <a:srgbClr val="145F91"/>
                </a:solidFill>
              </a:defRPr>
            </a:pPr>
            <a:r>
              <a:rPr sz="2025" b="1">
                <a:solidFill>
                  <a:srgbClr val="145F91"/>
                </a:solidFill>
                <a:latin typeface="Arial"/>
                <a:ea typeface="Arial"/>
                <a:cs typeface="Arial"/>
              </a:rPr>
              <a:t>Vault UI</a:t>
            </a:r>
          </a:p>
        </p:txBody>
      </p:sp>
      <p:sp>
        <p:nvSpPr>
          <p:cNvPr id="5" name="">
            <a:extLst xmlns:a="http://schemas.openxmlformats.org/drawingml/2006/main">
              <a:ext uri="{FF2B5EF4-FFF2-40B4-BE49-F238E27FC236}">
                <a16:creationId xmlns:a16="http://schemas.microsoft.com/office/drawing/2014/main" id="{C24C62C2-4FD3-482A-AFD7-7A5D0CFC4949}"/>
              </a:ext>
            </a:extLst>
          </p:cNvPr>
          <p:cNvSpPr>
            <a:spLocks xmlns:a="http://schemas.openxmlformats.org/drawingml/2006/main" noGrp="1"/>
          </p:cNvSpPr>
          <p:nvPr/>
        </p:nvSpPr>
        <p:spPr>
          <a:xfrm xmlns:a="http://schemas.openxmlformats.org/drawingml/2006/main">
            <a:off x="666750" y="2724150"/>
            <a:ext cx="3286125"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62D42"/>
                </a:solidFill>
              </a:defRPr>
            </a:defPPr>
            <a:lvl1pPr algn="l">
              <a:buNone/>
              <a:defRPr sz="1575" b="0">
                <a:solidFill>
                  <a:srgbClr val="162D42"/>
                </a:solidFill>
              </a:defRPr>
            </a:lvl1pPr>
            <a:lvl2pPr algn="l">
              <a:buNone/>
              <a:defRPr sz="1575" b="0">
                <a:solidFill>
                  <a:srgbClr val="162D42"/>
                </a:solidFill>
              </a:defRPr>
            </a:lvl2pPr>
            <a:lvl3pPr algn="l">
              <a:buNone/>
              <a:defRPr sz="1575" b="0">
                <a:solidFill>
                  <a:srgbClr val="162D42"/>
                </a:solidFill>
              </a:defRPr>
            </a:lvl3pPr>
            <a:lvl4pPr algn="l">
              <a:buNone/>
              <a:defRPr sz="1575" b="0">
                <a:solidFill>
                  <a:srgbClr val="162D42"/>
                </a:solidFill>
              </a:defRPr>
            </a:lvl4pPr>
            <a:lvl5pPr algn="l">
              <a:buNone/>
              <a:defRPr sz="1575" b="0">
                <a:solidFill>
                  <a:srgbClr val="162D42"/>
                </a:solidFill>
              </a:defRPr>
            </a:lvl5pPr>
            <a:lvl6pPr algn="l">
              <a:buNone/>
              <a:defRPr sz="1575" b="0">
                <a:solidFill>
                  <a:srgbClr val="162D42"/>
                </a:solidFill>
              </a:defRPr>
            </a:lvl6pPr>
            <a:lvl7pPr algn="l">
              <a:buNone/>
              <a:defRPr sz="1575" b="0">
                <a:solidFill>
                  <a:srgbClr val="162D42"/>
                </a:solidFill>
              </a:defRPr>
            </a:lvl7pPr>
            <a:lvl8pPr algn="l">
              <a:buNone/>
              <a:defRPr sz="1575" b="0">
                <a:solidFill>
                  <a:srgbClr val="162D42"/>
                </a:solidFill>
              </a:defRPr>
            </a:lvl8pPr>
            <a:lvl9pPr algn="l">
              <a:buNone/>
              <a:defRPr sz="1575" b="0">
                <a:solidFill>
                  <a:srgbClr val="162D42"/>
                </a:solidFill>
              </a:defRPr>
            </a:lvl9pPr>
          </a:lstStyle>
          <a:p xmlns:a="http://schemas.openxmlformats.org/drawingml/2006/main">
            <a:pPr algn="l">
              <a:buNone/>
              <a:defRPr sz="1575" b="0">
                <a:solidFill>
                  <a:srgbClr val="162D42"/>
                </a:solidFill>
              </a:defRPr>
            </a:pPr>
            <a:r>
              <a:rPr sz="1575" b="0">
                <a:solidFill>
                  <a:srgbClr val="162D42"/>
                </a:solidFill>
                <a:latin typeface="Arial"/>
                <a:ea typeface="Arial"/>
                <a:cs typeface="Arial"/>
              </a:rPr>
              <a:t>Acceso por túnel SSM y certificado TLS. Se requiere evidencia remota de navegación KV sin mostrar valores.</a:t>
            </a:r>
          </a:p>
        </p:txBody>
      </p:sp>
      <p:sp>
        <p:nvSpPr>
          <p:cNvPr id="6" name="">
            <a:extLst xmlns:a="http://schemas.openxmlformats.org/drawingml/2006/main">
              <a:ext uri="{FF2B5EF4-FFF2-40B4-BE49-F238E27FC236}">
                <a16:creationId xmlns:a16="http://schemas.microsoft.com/office/drawing/2014/main" id="{96849517-C070-469E-A9BC-003FAF0C18B7}"/>
              </a:ext>
            </a:extLst>
          </p:cNvPr>
          <p:cNvSpPr>
            <a:spLocks xmlns:a="http://schemas.openxmlformats.org/drawingml/2006/main" noGrp="1"/>
          </p:cNvSpPr>
          <p:nvPr/>
        </p:nvSpPr>
        <p:spPr>
          <a:xfrm xmlns:a="http://schemas.openxmlformats.org/drawingml/2006/main">
            <a:off x="4143375" y="1847850"/>
            <a:ext cx="0" cy="3343275"/>
          </a:xfrm>
          <a:prstGeom xmlns:a="http://schemas.openxmlformats.org/drawingml/2006/main" prst="line">
            <a:avLst/>
          </a:prstGeom>
          <a:noFill xmlns:a="http://schemas.openxmlformats.org/drawingml/2006/main"/>
          <a:ln xmlns:a="http://schemas.openxmlformats.org/drawingml/2006/main" w="19050">
            <a:solidFill>
              <a:srgbClr val="B9CCD8"/>
            </a:solidFill>
            <a:prstDash val="solid"/>
          </a:ln>
        </p:spPr>
      </p:sp>
      <p:sp>
        <p:nvSpPr>
          <p:cNvPr id="7" name="">
            <a:extLst xmlns:a="http://schemas.openxmlformats.org/drawingml/2006/main">
              <a:ext uri="{FF2B5EF4-FFF2-40B4-BE49-F238E27FC236}">
                <a16:creationId xmlns:a16="http://schemas.microsoft.com/office/drawing/2014/main" id="{36CB0ED6-072D-4173-8801-34ADEB1D7F45}"/>
              </a:ext>
            </a:extLst>
          </p:cNvPr>
          <p:cNvSpPr>
            <a:spLocks xmlns:a="http://schemas.openxmlformats.org/drawingml/2006/main" noGrp="1"/>
          </p:cNvSpPr>
          <p:nvPr/>
        </p:nvSpPr>
        <p:spPr>
          <a:xfrm xmlns:a="http://schemas.openxmlformats.org/drawingml/2006/main">
            <a:off x="4381500" y="1933575"/>
            <a:ext cx="3286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45F91"/>
                </a:solidFill>
              </a:defRPr>
            </a:defPPr>
            <a:lvl1pPr algn="l">
              <a:buNone/>
              <a:defRPr sz="2025" b="1">
                <a:solidFill>
                  <a:srgbClr val="145F91"/>
                </a:solidFill>
              </a:defRPr>
            </a:lvl1pPr>
            <a:lvl2pPr algn="l">
              <a:buNone/>
              <a:defRPr sz="2025" b="1">
                <a:solidFill>
                  <a:srgbClr val="145F91"/>
                </a:solidFill>
              </a:defRPr>
            </a:lvl2pPr>
            <a:lvl3pPr algn="l">
              <a:buNone/>
              <a:defRPr sz="2025" b="1">
                <a:solidFill>
                  <a:srgbClr val="145F91"/>
                </a:solidFill>
              </a:defRPr>
            </a:lvl3pPr>
            <a:lvl4pPr algn="l">
              <a:buNone/>
              <a:defRPr sz="2025" b="1">
                <a:solidFill>
                  <a:srgbClr val="145F91"/>
                </a:solidFill>
              </a:defRPr>
            </a:lvl4pPr>
            <a:lvl5pPr algn="l">
              <a:buNone/>
              <a:defRPr sz="2025" b="1">
                <a:solidFill>
                  <a:srgbClr val="145F91"/>
                </a:solidFill>
              </a:defRPr>
            </a:lvl5pPr>
            <a:lvl6pPr algn="l">
              <a:buNone/>
              <a:defRPr sz="2025" b="1">
                <a:solidFill>
                  <a:srgbClr val="145F91"/>
                </a:solidFill>
              </a:defRPr>
            </a:lvl6pPr>
            <a:lvl7pPr algn="l">
              <a:buNone/>
              <a:defRPr sz="2025" b="1">
                <a:solidFill>
                  <a:srgbClr val="145F91"/>
                </a:solidFill>
              </a:defRPr>
            </a:lvl7pPr>
            <a:lvl8pPr algn="l">
              <a:buNone/>
              <a:defRPr sz="2025" b="1">
                <a:solidFill>
                  <a:srgbClr val="145F91"/>
                </a:solidFill>
              </a:defRPr>
            </a:lvl8pPr>
            <a:lvl9pPr algn="l">
              <a:buNone/>
              <a:defRPr sz="2025" b="1">
                <a:solidFill>
                  <a:srgbClr val="145F91"/>
                </a:solidFill>
              </a:defRPr>
            </a:lvl9pPr>
          </a:lstStyle>
          <a:p xmlns:a="http://schemas.openxmlformats.org/drawingml/2006/main">
            <a:pPr algn="l">
              <a:buNone/>
              <a:defRPr sz="2025" b="1">
                <a:solidFill>
                  <a:srgbClr val="145F91"/>
                </a:solidFill>
              </a:defRPr>
            </a:pPr>
            <a:r>
              <a:rPr sz="2025" b="1">
                <a:solidFill>
                  <a:srgbClr val="145F91"/>
                </a:solidFill>
                <a:latin typeface="Arial"/>
                <a:ea typeface="Arial"/>
                <a:cs typeface="Arial"/>
              </a:rPr>
              <a:t>Panel de operaciones</a:t>
            </a:r>
          </a:p>
        </p:txBody>
      </p:sp>
      <p:sp>
        <p:nvSpPr>
          <p:cNvPr id="8" name="">
            <a:extLst xmlns:a="http://schemas.openxmlformats.org/drawingml/2006/main">
              <a:ext uri="{FF2B5EF4-FFF2-40B4-BE49-F238E27FC236}">
                <a16:creationId xmlns:a16="http://schemas.microsoft.com/office/drawing/2014/main" id="{389DF329-D7FB-4B36-B062-DBAAE17D7AD0}"/>
              </a:ext>
            </a:extLst>
          </p:cNvPr>
          <p:cNvSpPr>
            <a:spLocks xmlns:a="http://schemas.openxmlformats.org/drawingml/2006/main" noGrp="1"/>
          </p:cNvSpPr>
          <p:nvPr/>
        </p:nvSpPr>
        <p:spPr>
          <a:xfrm xmlns:a="http://schemas.openxmlformats.org/drawingml/2006/main">
            <a:off x="4381500" y="2724150"/>
            <a:ext cx="3286125"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62D42"/>
                </a:solidFill>
              </a:defRPr>
            </a:defPPr>
            <a:lvl1pPr algn="l">
              <a:buNone/>
              <a:defRPr sz="1575" b="0">
                <a:solidFill>
                  <a:srgbClr val="162D42"/>
                </a:solidFill>
              </a:defRPr>
            </a:lvl1pPr>
            <a:lvl2pPr algn="l">
              <a:buNone/>
              <a:defRPr sz="1575" b="0">
                <a:solidFill>
                  <a:srgbClr val="162D42"/>
                </a:solidFill>
              </a:defRPr>
            </a:lvl2pPr>
            <a:lvl3pPr algn="l">
              <a:buNone/>
              <a:defRPr sz="1575" b="0">
                <a:solidFill>
                  <a:srgbClr val="162D42"/>
                </a:solidFill>
              </a:defRPr>
            </a:lvl3pPr>
            <a:lvl4pPr algn="l">
              <a:buNone/>
              <a:defRPr sz="1575" b="0">
                <a:solidFill>
                  <a:srgbClr val="162D42"/>
                </a:solidFill>
              </a:defRPr>
            </a:lvl4pPr>
            <a:lvl5pPr algn="l">
              <a:buNone/>
              <a:defRPr sz="1575" b="0">
                <a:solidFill>
                  <a:srgbClr val="162D42"/>
                </a:solidFill>
              </a:defRPr>
            </a:lvl5pPr>
            <a:lvl6pPr algn="l">
              <a:buNone/>
              <a:defRPr sz="1575" b="0">
                <a:solidFill>
                  <a:srgbClr val="162D42"/>
                </a:solidFill>
              </a:defRPr>
            </a:lvl6pPr>
            <a:lvl7pPr algn="l">
              <a:buNone/>
              <a:defRPr sz="1575" b="0">
                <a:solidFill>
                  <a:srgbClr val="162D42"/>
                </a:solidFill>
              </a:defRPr>
            </a:lvl7pPr>
            <a:lvl8pPr algn="l">
              <a:buNone/>
              <a:defRPr sz="1575" b="0">
                <a:solidFill>
                  <a:srgbClr val="162D42"/>
                </a:solidFill>
              </a:defRPr>
            </a:lvl8pPr>
            <a:lvl9pPr algn="l">
              <a:buNone/>
              <a:defRPr sz="1575" b="0">
                <a:solidFill>
                  <a:srgbClr val="162D42"/>
                </a:solidFill>
              </a:defRPr>
            </a:lvl9pPr>
          </a:lstStyle>
          <a:p xmlns:a="http://schemas.openxmlformats.org/drawingml/2006/main">
            <a:pPr algn="l">
              <a:buNone/>
              <a:defRPr sz="1575" b="0">
                <a:solidFill>
                  <a:srgbClr val="162D42"/>
                </a:solidFill>
              </a:defRPr>
            </a:pPr>
            <a:r>
              <a:rPr sz="1575" b="0">
                <a:solidFill>
                  <a:srgbClr val="162D42"/>
                </a:solidFill>
                <a:latin typeface="Arial"/>
                <a:ea typeface="Arial"/>
                <a:cs typeface="Arial"/>
              </a:rPr>
              <a:t>/admin/vault muestra salud y antigüedad. /admin/ansible muestra tareas, filtros, pausa y descarga sanitizada.</a:t>
            </a:r>
          </a:p>
        </p:txBody>
      </p:sp>
      <p:sp>
        <p:nvSpPr>
          <p:cNvPr id="9" name="">
            <a:extLst xmlns:a="http://schemas.openxmlformats.org/drawingml/2006/main">
              <a:ext uri="{FF2B5EF4-FFF2-40B4-BE49-F238E27FC236}">
                <a16:creationId xmlns:a16="http://schemas.microsoft.com/office/drawing/2014/main" id="{D703FD9A-30C6-44AD-BDB6-8DDA8CE73B6F}"/>
              </a:ext>
            </a:extLst>
          </p:cNvPr>
          <p:cNvSpPr>
            <a:spLocks xmlns:a="http://schemas.openxmlformats.org/drawingml/2006/main" noGrp="1"/>
          </p:cNvSpPr>
          <p:nvPr/>
        </p:nvSpPr>
        <p:spPr>
          <a:xfrm xmlns:a="http://schemas.openxmlformats.org/drawingml/2006/main">
            <a:off x="7858125" y="1847850"/>
            <a:ext cx="0" cy="3343275"/>
          </a:xfrm>
          <a:prstGeom xmlns:a="http://schemas.openxmlformats.org/drawingml/2006/main" prst="line">
            <a:avLst/>
          </a:prstGeom>
          <a:noFill xmlns:a="http://schemas.openxmlformats.org/drawingml/2006/main"/>
          <a:ln xmlns:a="http://schemas.openxmlformats.org/drawingml/2006/main" w="19050">
            <a:solidFill>
              <a:srgbClr val="B9CCD8"/>
            </a:solidFill>
            <a:prstDash val="solid"/>
          </a:ln>
        </p:spPr>
      </p:sp>
      <p:sp>
        <p:nvSpPr>
          <p:cNvPr id="10" name="">
            <a:extLst xmlns:a="http://schemas.openxmlformats.org/drawingml/2006/main">
              <a:ext uri="{FF2B5EF4-FFF2-40B4-BE49-F238E27FC236}">
                <a16:creationId xmlns:a16="http://schemas.microsoft.com/office/drawing/2014/main" id="{D6B4514B-EDFD-4C1A-A87D-E448137ECFBA}"/>
              </a:ext>
            </a:extLst>
          </p:cNvPr>
          <p:cNvSpPr>
            <a:spLocks xmlns:a="http://schemas.openxmlformats.org/drawingml/2006/main" noGrp="1"/>
          </p:cNvSpPr>
          <p:nvPr/>
        </p:nvSpPr>
        <p:spPr>
          <a:xfrm xmlns:a="http://schemas.openxmlformats.org/drawingml/2006/main">
            <a:off x="8096250" y="1933575"/>
            <a:ext cx="3286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145F91"/>
                </a:solidFill>
              </a:defRPr>
            </a:defPPr>
            <a:lvl1pPr algn="l">
              <a:buNone/>
              <a:defRPr sz="2025" b="1">
                <a:solidFill>
                  <a:srgbClr val="145F91"/>
                </a:solidFill>
              </a:defRPr>
            </a:lvl1pPr>
            <a:lvl2pPr algn="l">
              <a:buNone/>
              <a:defRPr sz="2025" b="1">
                <a:solidFill>
                  <a:srgbClr val="145F91"/>
                </a:solidFill>
              </a:defRPr>
            </a:lvl2pPr>
            <a:lvl3pPr algn="l">
              <a:buNone/>
              <a:defRPr sz="2025" b="1">
                <a:solidFill>
                  <a:srgbClr val="145F91"/>
                </a:solidFill>
              </a:defRPr>
            </a:lvl3pPr>
            <a:lvl4pPr algn="l">
              <a:buNone/>
              <a:defRPr sz="2025" b="1">
                <a:solidFill>
                  <a:srgbClr val="145F91"/>
                </a:solidFill>
              </a:defRPr>
            </a:lvl4pPr>
            <a:lvl5pPr algn="l">
              <a:buNone/>
              <a:defRPr sz="2025" b="1">
                <a:solidFill>
                  <a:srgbClr val="145F91"/>
                </a:solidFill>
              </a:defRPr>
            </a:lvl5pPr>
            <a:lvl6pPr algn="l">
              <a:buNone/>
              <a:defRPr sz="2025" b="1">
                <a:solidFill>
                  <a:srgbClr val="145F91"/>
                </a:solidFill>
              </a:defRPr>
            </a:lvl6pPr>
            <a:lvl7pPr algn="l">
              <a:buNone/>
              <a:defRPr sz="2025" b="1">
                <a:solidFill>
                  <a:srgbClr val="145F91"/>
                </a:solidFill>
              </a:defRPr>
            </a:lvl7pPr>
            <a:lvl8pPr algn="l">
              <a:buNone/>
              <a:defRPr sz="2025" b="1">
                <a:solidFill>
                  <a:srgbClr val="145F91"/>
                </a:solidFill>
              </a:defRPr>
            </a:lvl8pPr>
            <a:lvl9pPr algn="l">
              <a:buNone/>
              <a:defRPr sz="2025" b="1">
                <a:solidFill>
                  <a:srgbClr val="145F91"/>
                </a:solidFill>
              </a:defRPr>
            </a:lvl9pPr>
          </a:lstStyle>
          <a:p xmlns:a="http://schemas.openxmlformats.org/drawingml/2006/main">
            <a:pPr algn="l">
              <a:buNone/>
              <a:defRPr sz="2025" b="1">
                <a:solidFill>
                  <a:srgbClr val="145F91"/>
                </a:solidFill>
              </a:defRPr>
            </a:pPr>
            <a:r>
              <a:rPr sz="2025" b="1">
                <a:solidFill>
                  <a:srgbClr val="145F91"/>
                </a:solidFill>
                <a:latin typeface="Arial"/>
                <a:ea typeface="Arial"/>
                <a:cs typeface="Arial"/>
              </a:rPr>
              <a:t>Patrones accesibles</a:t>
            </a:r>
          </a:p>
        </p:txBody>
      </p:sp>
      <p:sp>
        <p:nvSpPr>
          <p:cNvPr id="11" name="">
            <a:extLst xmlns:a="http://schemas.openxmlformats.org/drawingml/2006/main">
              <a:ext uri="{FF2B5EF4-FFF2-40B4-BE49-F238E27FC236}">
                <a16:creationId xmlns:a16="http://schemas.microsoft.com/office/drawing/2014/main" id="{F48FD518-FA15-4E3A-9F71-330F3BD027D5}"/>
              </a:ext>
            </a:extLst>
          </p:cNvPr>
          <p:cNvSpPr>
            <a:spLocks xmlns:a="http://schemas.openxmlformats.org/drawingml/2006/main" noGrp="1"/>
          </p:cNvSpPr>
          <p:nvPr/>
        </p:nvSpPr>
        <p:spPr>
          <a:xfrm xmlns:a="http://schemas.openxmlformats.org/drawingml/2006/main">
            <a:off x="8096250" y="2724150"/>
            <a:ext cx="3286125" cy="2219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62D42"/>
                </a:solidFill>
              </a:defRPr>
            </a:defPPr>
            <a:lvl1pPr algn="l">
              <a:buNone/>
              <a:defRPr sz="1575" b="0">
                <a:solidFill>
                  <a:srgbClr val="162D42"/>
                </a:solidFill>
              </a:defRPr>
            </a:lvl1pPr>
            <a:lvl2pPr algn="l">
              <a:buNone/>
              <a:defRPr sz="1575" b="0">
                <a:solidFill>
                  <a:srgbClr val="162D42"/>
                </a:solidFill>
              </a:defRPr>
            </a:lvl2pPr>
            <a:lvl3pPr algn="l">
              <a:buNone/>
              <a:defRPr sz="1575" b="0">
                <a:solidFill>
                  <a:srgbClr val="162D42"/>
                </a:solidFill>
              </a:defRPr>
            </a:lvl3pPr>
            <a:lvl4pPr algn="l">
              <a:buNone/>
              <a:defRPr sz="1575" b="0">
                <a:solidFill>
                  <a:srgbClr val="162D42"/>
                </a:solidFill>
              </a:defRPr>
            </a:lvl4pPr>
            <a:lvl5pPr algn="l">
              <a:buNone/>
              <a:defRPr sz="1575" b="0">
                <a:solidFill>
                  <a:srgbClr val="162D42"/>
                </a:solidFill>
              </a:defRPr>
            </a:lvl5pPr>
            <a:lvl6pPr algn="l">
              <a:buNone/>
              <a:defRPr sz="1575" b="0">
                <a:solidFill>
                  <a:srgbClr val="162D42"/>
                </a:solidFill>
              </a:defRPr>
            </a:lvl6pPr>
            <a:lvl7pPr algn="l">
              <a:buNone/>
              <a:defRPr sz="1575" b="0">
                <a:solidFill>
                  <a:srgbClr val="162D42"/>
                </a:solidFill>
              </a:defRPr>
            </a:lvl7pPr>
            <a:lvl8pPr algn="l">
              <a:buNone/>
              <a:defRPr sz="1575" b="0">
                <a:solidFill>
                  <a:srgbClr val="162D42"/>
                </a:solidFill>
              </a:defRPr>
            </a:lvl8pPr>
            <a:lvl9pPr algn="l">
              <a:buNone/>
              <a:defRPr sz="1575" b="0">
                <a:solidFill>
                  <a:srgbClr val="162D42"/>
                </a:solidFill>
              </a:defRPr>
            </a:lvl9pPr>
          </a:lstStyle>
          <a:p xmlns:a="http://schemas.openxmlformats.org/drawingml/2006/main">
            <a:pPr algn="l">
              <a:buNone/>
              <a:defRPr sz="1575" b="0">
                <a:solidFill>
                  <a:srgbClr val="162D42"/>
                </a:solidFill>
              </a:defRPr>
            </a:pPr>
            <a:r>
              <a:rPr sz="1575" b="0">
                <a:solidFill>
                  <a:srgbClr val="162D42"/>
                </a:solidFill>
                <a:latin typeface="Arial"/>
                <a:ea typeface="Arial"/>
                <a:cs typeface="Arial"/>
              </a:rPr>
              <a:t>Navegación con etiqueta, formularios asociados, estados anunciados y consola con foco. La conformidad WCAG requiere auditoría adicional.</a:t>
            </a:r>
          </a:p>
        </p:txBody>
      </p:sp>
    </p:spTree>
    <p:extLst>
      <p:ext uri="{BB962C8B-B14F-4D97-AF65-F5344CB8AC3E}">
        <p14:creationId xmlns:p14="http://schemas.microsoft.com/office/powerpoint/2010/main" val="4741133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75E7EBA-1E44-44F5-9C50-0E00B8B37279}"/>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0243A"/>
                </a:solidFill>
              </a:defRPr>
            </a:defPPr>
            <a:lvl1pPr algn="l">
              <a:buNone/>
              <a:defRPr sz="2850" b="1">
                <a:solidFill>
                  <a:srgbClr val="10243A"/>
                </a:solidFill>
              </a:defRPr>
            </a:lvl1pPr>
            <a:lvl2pPr algn="l">
              <a:buNone/>
              <a:defRPr sz="2850" b="1">
                <a:solidFill>
                  <a:srgbClr val="10243A"/>
                </a:solidFill>
              </a:defRPr>
            </a:lvl2pPr>
            <a:lvl3pPr algn="l">
              <a:buNone/>
              <a:defRPr sz="2850" b="1">
                <a:solidFill>
                  <a:srgbClr val="10243A"/>
                </a:solidFill>
              </a:defRPr>
            </a:lvl3pPr>
            <a:lvl4pPr algn="l">
              <a:buNone/>
              <a:defRPr sz="2850" b="1">
                <a:solidFill>
                  <a:srgbClr val="10243A"/>
                </a:solidFill>
              </a:defRPr>
            </a:lvl4pPr>
            <a:lvl5pPr algn="l">
              <a:buNone/>
              <a:defRPr sz="2850" b="1">
                <a:solidFill>
                  <a:srgbClr val="10243A"/>
                </a:solidFill>
              </a:defRPr>
            </a:lvl5pPr>
            <a:lvl6pPr algn="l">
              <a:buNone/>
              <a:defRPr sz="2850" b="1">
                <a:solidFill>
                  <a:srgbClr val="10243A"/>
                </a:solidFill>
              </a:defRPr>
            </a:lvl6pPr>
            <a:lvl7pPr algn="l">
              <a:buNone/>
              <a:defRPr sz="2850" b="1">
                <a:solidFill>
                  <a:srgbClr val="10243A"/>
                </a:solidFill>
              </a:defRPr>
            </a:lvl7pPr>
            <a:lvl8pPr algn="l">
              <a:buNone/>
              <a:defRPr sz="2850" b="1">
                <a:solidFill>
                  <a:srgbClr val="10243A"/>
                </a:solidFill>
              </a:defRPr>
            </a:lvl8pPr>
            <a:lvl9pPr algn="l">
              <a:buNone/>
              <a:defRPr sz="2850" b="1">
                <a:solidFill>
                  <a:srgbClr val="10243A"/>
                </a:solidFill>
              </a:defRPr>
            </a:lvl9pPr>
          </a:lstStyle>
          <a:p xmlns:a="http://schemas.openxmlformats.org/drawingml/2006/main">
            <a:pPr algn="l">
              <a:buNone/>
              <a:defRPr sz="2850" b="1">
                <a:solidFill>
                  <a:srgbClr val="10243A"/>
                </a:solidFill>
              </a:defRPr>
            </a:pPr>
            <a:r>
              <a:rPr sz="2850" b="1">
                <a:solidFill>
                  <a:srgbClr val="10243A"/>
                </a:solidFill>
                <a:latin typeface="Arial"/>
                <a:ea typeface="Arial"/>
                <a:cs typeface="Arial"/>
              </a:rPr>
              <a:t>Mapa de documentación</a:t>
            </a:r>
          </a:p>
        </p:txBody>
      </p:sp>
      <p:sp>
        <p:nvSpPr>
          <p:cNvPr id="2" name="">
            <a:extLst xmlns:a="http://schemas.openxmlformats.org/drawingml/2006/main">
              <a:ext uri="{FF2B5EF4-FFF2-40B4-BE49-F238E27FC236}">
                <a16:creationId xmlns:a16="http://schemas.microsoft.com/office/drawing/2014/main" id="{A63B619B-758B-4EDD-931B-EC5CCAE09E87}"/>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D8DFCEF6-EEC7-40BB-B7B5-75E0F5885733}"/>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75" b="0">
                <a:solidFill>
                  <a:srgbClr val="4A6071"/>
                </a:solidFill>
              </a:defRPr>
            </a:defPPr>
            <a:lvl1pPr algn="r">
              <a:buNone/>
              <a:defRPr sz="1275" b="0">
                <a:solidFill>
                  <a:srgbClr val="4A6071"/>
                </a:solidFill>
              </a:defRPr>
            </a:lvl1pPr>
            <a:lvl2pPr algn="r">
              <a:buNone/>
              <a:defRPr sz="1275" b="0">
                <a:solidFill>
                  <a:srgbClr val="4A6071"/>
                </a:solidFill>
              </a:defRPr>
            </a:lvl2pPr>
            <a:lvl3pPr algn="r">
              <a:buNone/>
              <a:defRPr sz="1275" b="0">
                <a:solidFill>
                  <a:srgbClr val="4A6071"/>
                </a:solidFill>
              </a:defRPr>
            </a:lvl3pPr>
            <a:lvl4pPr algn="r">
              <a:buNone/>
              <a:defRPr sz="1275" b="0">
                <a:solidFill>
                  <a:srgbClr val="4A6071"/>
                </a:solidFill>
              </a:defRPr>
            </a:lvl4pPr>
            <a:lvl5pPr algn="r">
              <a:buNone/>
              <a:defRPr sz="1275" b="0">
                <a:solidFill>
                  <a:srgbClr val="4A6071"/>
                </a:solidFill>
              </a:defRPr>
            </a:lvl5pPr>
            <a:lvl6pPr algn="r">
              <a:buNone/>
              <a:defRPr sz="1275" b="0">
                <a:solidFill>
                  <a:srgbClr val="4A6071"/>
                </a:solidFill>
              </a:defRPr>
            </a:lvl6pPr>
            <a:lvl7pPr algn="r">
              <a:buNone/>
              <a:defRPr sz="1275" b="0">
                <a:solidFill>
                  <a:srgbClr val="4A6071"/>
                </a:solidFill>
              </a:defRPr>
            </a:lvl7pPr>
            <a:lvl8pPr algn="r">
              <a:buNone/>
              <a:defRPr sz="1275" b="0">
                <a:solidFill>
                  <a:srgbClr val="4A6071"/>
                </a:solidFill>
              </a:defRPr>
            </a:lvl8pPr>
            <a:lvl9pPr algn="r">
              <a:buNone/>
              <a:defRPr sz="1275" b="0">
                <a:solidFill>
                  <a:srgbClr val="4A6071"/>
                </a:solidFill>
              </a:defRPr>
            </a:lvl9pPr>
          </a:lstStyle>
          <a:p xmlns:a="http://schemas.openxmlformats.org/drawingml/2006/main">
            <a:pPr algn="r">
              <a:buNone/>
              <a:defRPr sz="1275" b="0">
                <a:solidFill>
                  <a:srgbClr val="4A6071"/>
                </a:solidFill>
              </a:defRPr>
            </a:pPr>
            <a:r>
              <a:rPr sz="1275" b="0">
                <a:solidFill>
                  <a:srgbClr val="4A6071"/>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1C785026-BA22-4003-90BF-E0E923348BA8}"/>
              </a:ext>
            </a:extLst>
          </p:cNvPr>
          <p:cNvSpPr>
            <a:spLocks xmlns:a="http://schemas.openxmlformats.org/drawingml/2006/main" noGrp="1"/>
          </p:cNvSpPr>
          <p:nvPr/>
        </p:nvSpPr>
        <p:spPr>
          <a:xfrm xmlns:a="http://schemas.openxmlformats.org/drawingml/2006/main">
            <a:off x="666750" y="18669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1">
                <a:solidFill>
                  <a:srgbClr val="145F91"/>
                </a:solidFill>
              </a:defRPr>
            </a:defPPr>
            <a:lvl1pPr algn="l">
              <a:buNone/>
              <a:defRPr sz="2100" b="1">
                <a:solidFill>
                  <a:srgbClr val="145F91"/>
                </a:solidFill>
              </a:defRPr>
            </a:lvl1pPr>
            <a:lvl2pPr algn="l">
              <a:buNone/>
              <a:defRPr sz="2100" b="1">
                <a:solidFill>
                  <a:srgbClr val="145F91"/>
                </a:solidFill>
              </a:defRPr>
            </a:lvl2pPr>
            <a:lvl3pPr algn="l">
              <a:buNone/>
              <a:defRPr sz="2100" b="1">
                <a:solidFill>
                  <a:srgbClr val="145F91"/>
                </a:solidFill>
              </a:defRPr>
            </a:lvl3pPr>
            <a:lvl4pPr algn="l">
              <a:buNone/>
              <a:defRPr sz="2100" b="1">
                <a:solidFill>
                  <a:srgbClr val="145F91"/>
                </a:solidFill>
              </a:defRPr>
            </a:lvl4pPr>
            <a:lvl5pPr algn="l">
              <a:buNone/>
              <a:defRPr sz="2100" b="1">
                <a:solidFill>
                  <a:srgbClr val="145F91"/>
                </a:solidFill>
              </a:defRPr>
            </a:lvl5pPr>
            <a:lvl6pPr algn="l">
              <a:buNone/>
              <a:defRPr sz="2100" b="1">
                <a:solidFill>
                  <a:srgbClr val="145F91"/>
                </a:solidFill>
              </a:defRPr>
            </a:lvl6pPr>
            <a:lvl7pPr algn="l">
              <a:buNone/>
              <a:defRPr sz="2100" b="1">
                <a:solidFill>
                  <a:srgbClr val="145F91"/>
                </a:solidFill>
              </a:defRPr>
            </a:lvl7pPr>
            <a:lvl8pPr algn="l">
              <a:buNone/>
              <a:defRPr sz="2100" b="1">
                <a:solidFill>
                  <a:srgbClr val="145F91"/>
                </a:solidFill>
              </a:defRPr>
            </a:lvl8pPr>
            <a:lvl9pPr algn="l">
              <a:buNone/>
              <a:defRPr sz="2100" b="1">
                <a:solidFill>
                  <a:srgbClr val="145F91"/>
                </a:solidFill>
              </a:defRPr>
            </a:lvl9pPr>
          </a:lstStyle>
          <a:p xmlns:a="http://schemas.openxmlformats.org/drawingml/2006/main">
            <a:pPr algn="l">
              <a:buNone/>
              <a:defRPr sz="2100" b="1">
                <a:solidFill>
                  <a:srgbClr val="145F91"/>
                </a:solidFill>
              </a:defRPr>
            </a:pPr>
            <a:r>
              <a:rPr sz="2100" b="1">
                <a:solidFill>
                  <a:srgbClr val="145F91"/>
                </a:solidFill>
                <a:latin typeface="Arial"/>
                <a:ea typeface="Arial"/>
                <a:cs typeface="Arial"/>
              </a:rPr>
              <a:t>Operación</a:t>
            </a:r>
          </a:p>
        </p:txBody>
      </p:sp>
      <p:sp>
        <p:nvSpPr>
          <p:cNvPr id="5" name="">
            <a:extLst xmlns:a="http://schemas.openxmlformats.org/drawingml/2006/main">
              <a:ext uri="{FF2B5EF4-FFF2-40B4-BE49-F238E27FC236}">
                <a16:creationId xmlns:a16="http://schemas.microsoft.com/office/drawing/2014/main" id="{04FB242A-ECA2-4105-80CE-3F4EB6CE34FB}"/>
              </a:ext>
            </a:extLst>
          </p:cNvPr>
          <p:cNvSpPr>
            <a:spLocks xmlns:a="http://schemas.openxmlformats.org/drawingml/2006/main" noGrp="1"/>
          </p:cNvSpPr>
          <p:nvPr/>
        </p:nvSpPr>
        <p:spPr>
          <a:xfrm xmlns:a="http://schemas.openxmlformats.org/drawingml/2006/main">
            <a:off x="666750" y="2667000"/>
            <a:ext cx="32385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62D42"/>
                </a:solidFill>
              </a:defRPr>
            </a:defPPr>
            <a:lvl1pPr algn="l">
              <a:buNone/>
              <a:defRPr sz="1575" b="0">
                <a:solidFill>
                  <a:srgbClr val="162D42"/>
                </a:solidFill>
              </a:defRPr>
            </a:lvl1pPr>
            <a:lvl2pPr algn="l">
              <a:buNone/>
              <a:defRPr sz="1575" b="0">
                <a:solidFill>
                  <a:srgbClr val="162D42"/>
                </a:solidFill>
              </a:defRPr>
            </a:lvl2pPr>
            <a:lvl3pPr algn="l">
              <a:buNone/>
              <a:defRPr sz="1575" b="0">
                <a:solidFill>
                  <a:srgbClr val="162D42"/>
                </a:solidFill>
              </a:defRPr>
            </a:lvl3pPr>
            <a:lvl4pPr algn="l">
              <a:buNone/>
              <a:defRPr sz="1575" b="0">
                <a:solidFill>
                  <a:srgbClr val="162D42"/>
                </a:solidFill>
              </a:defRPr>
            </a:lvl4pPr>
            <a:lvl5pPr algn="l">
              <a:buNone/>
              <a:defRPr sz="1575" b="0">
                <a:solidFill>
                  <a:srgbClr val="162D42"/>
                </a:solidFill>
              </a:defRPr>
            </a:lvl5pPr>
            <a:lvl6pPr algn="l">
              <a:buNone/>
              <a:defRPr sz="1575" b="0">
                <a:solidFill>
                  <a:srgbClr val="162D42"/>
                </a:solidFill>
              </a:defRPr>
            </a:lvl6pPr>
            <a:lvl7pPr algn="l">
              <a:buNone/>
              <a:defRPr sz="1575" b="0">
                <a:solidFill>
                  <a:srgbClr val="162D42"/>
                </a:solidFill>
              </a:defRPr>
            </a:lvl7pPr>
            <a:lvl8pPr algn="l">
              <a:buNone/>
              <a:defRPr sz="1575" b="0">
                <a:solidFill>
                  <a:srgbClr val="162D42"/>
                </a:solidFill>
              </a:defRPr>
            </a:lvl8pPr>
            <a:lvl9pPr algn="l">
              <a:buNone/>
              <a:defRPr sz="1575" b="0">
                <a:solidFill>
                  <a:srgbClr val="162D42"/>
                </a:solidFill>
              </a:defRPr>
            </a:lvl9pPr>
          </a:lstStyle>
          <a:p xmlns:a="http://schemas.openxmlformats.org/drawingml/2006/main">
            <a:pPr algn="l">
              <a:buNone/>
              <a:defRPr sz="1575" b="0">
                <a:solidFill>
                  <a:srgbClr val="162D42"/>
                </a:solidFill>
              </a:defRPr>
            </a:pPr>
            <a:r>
              <a:rPr sz="1575" b="0">
                <a:solidFill>
                  <a:srgbClr val="162D42"/>
                </a:solidFill>
                <a:latin typeface="Arial"/>
                <a:ea typeface="Arial"/>
                <a:cs typeface="Arial"/>
              </a:rPr>
              <a:t>ansible/README.md</a:t>
            </a:r>
            <a:br>
              <a:rPr sz="1575" b="0">
                <a:solidFill>
                  <a:srgbClr val="162D42"/>
                </a:solidFill>
                <a:latin typeface="Arial"/>
                <a:ea typeface="Arial"/>
                <a:cs typeface="Arial"/>
              </a:rPr>
            </a:br>
            <a:br>
              <a:rPr sz="1575" b="0">
                <a:solidFill>
                  <a:srgbClr val="162D42"/>
                </a:solidFill>
                <a:latin typeface="Arial"/>
                <a:ea typeface="Arial"/>
                <a:cs typeface="Arial"/>
              </a:rPr>
            </a:br>
            <a:r>
              <a:rPr sz="1575" b="0">
                <a:solidFill>
                  <a:srgbClr val="162D42"/>
                </a:solidFill>
                <a:latin typeface="Arial"/>
                <a:ea typeface="Arial"/>
                <a:cs typeface="Arial"/>
              </a:rPr>
              <a:t>docs/vault-lab.md</a:t>
            </a:r>
            <a:br>
              <a:rPr sz="1575" b="0">
                <a:solidFill>
                  <a:srgbClr val="162D42"/>
                </a:solidFill>
                <a:latin typeface="Arial"/>
                <a:ea typeface="Arial"/>
                <a:cs typeface="Arial"/>
              </a:rPr>
            </a:br>
            <a:br>
              <a:rPr sz="1575" b="0">
                <a:solidFill>
                  <a:srgbClr val="162D42"/>
                </a:solidFill>
                <a:latin typeface="Arial"/>
                <a:ea typeface="Arial"/>
                <a:cs typeface="Arial"/>
              </a:rPr>
            </a:br>
            <a:r>
              <a:rPr sz="1575" b="0">
                <a:solidFill>
                  <a:srgbClr val="162D42"/>
                </a:solidFill>
                <a:latin typeface="Arial"/>
                <a:ea typeface="Arial"/>
                <a:cs typeface="Arial"/>
              </a:rPr>
              <a:t>docs/admin-operations.md</a:t>
            </a:r>
          </a:p>
        </p:txBody>
      </p:sp>
      <p:sp>
        <p:nvSpPr>
          <p:cNvPr id="6" name="">
            <a:extLst xmlns:a="http://schemas.openxmlformats.org/drawingml/2006/main">
              <a:ext uri="{FF2B5EF4-FFF2-40B4-BE49-F238E27FC236}">
                <a16:creationId xmlns:a16="http://schemas.microsoft.com/office/drawing/2014/main" id="{BA0A86D7-6F25-4724-A6C0-EDFDD77944CE}"/>
              </a:ext>
            </a:extLst>
          </p:cNvPr>
          <p:cNvSpPr>
            <a:spLocks xmlns:a="http://schemas.openxmlformats.org/drawingml/2006/main" noGrp="1"/>
          </p:cNvSpPr>
          <p:nvPr/>
        </p:nvSpPr>
        <p:spPr>
          <a:xfrm xmlns:a="http://schemas.openxmlformats.org/drawingml/2006/main">
            <a:off x="4143375" y="1762125"/>
            <a:ext cx="0" cy="3714750"/>
          </a:xfrm>
          <a:prstGeom xmlns:a="http://schemas.openxmlformats.org/drawingml/2006/main" prst="line">
            <a:avLst/>
          </a:prstGeom>
          <a:noFill xmlns:a="http://schemas.openxmlformats.org/drawingml/2006/main"/>
          <a:ln xmlns:a="http://schemas.openxmlformats.org/drawingml/2006/main" w="19050">
            <a:solidFill>
              <a:srgbClr val="B9CCD8"/>
            </a:solidFill>
            <a:prstDash val="solid"/>
          </a:ln>
        </p:spPr>
      </p:sp>
      <p:sp>
        <p:nvSpPr>
          <p:cNvPr id="7" name="">
            <a:extLst xmlns:a="http://schemas.openxmlformats.org/drawingml/2006/main">
              <a:ext uri="{FF2B5EF4-FFF2-40B4-BE49-F238E27FC236}">
                <a16:creationId xmlns:a16="http://schemas.microsoft.com/office/drawing/2014/main" id="{B10205EC-3EDA-480D-B415-E29D42AFD760}"/>
              </a:ext>
            </a:extLst>
          </p:cNvPr>
          <p:cNvSpPr>
            <a:spLocks xmlns:a="http://schemas.openxmlformats.org/drawingml/2006/main" noGrp="1"/>
          </p:cNvSpPr>
          <p:nvPr/>
        </p:nvSpPr>
        <p:spPr>
          <a:xfrm xmlns:a="http://schemas.openxmlformats.org/drawingml/2006/main">
            <a:off x="4429125" y="18669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1">
                <a:solidFill>
                  <a:srgbClr val="145F91"/>
                </a:solidFill>
              </a:defRPr>
            </a:defPPr>
            <a:lvl1pPr algn="l">
              <a:buNone/>
              <a:defRPr sz="2100" b="1">
                <a:solidFill>
                  <a:srgbClr val="145F91"/>
                </a:solidFill>
              </a:defRPr>
            </a:lvl1pPr>
            <a:lvl2pPr algn="l">
              <a:buNone/>
              <a:defRPr sz="2100" b="1">
                <a:solidFill>
                  <a:srgbClr val="145F91"/>
                </a:solidFill>
              </a:defRPr>
            </a:lvl2pPr>
            <a:lvl3pPr algn="l">
              <a:buNone/>
              <a:defRPr sz="2100" b="1">
                <a:solidFill>
                  <a:srgbClr val="145F91"/>
                </a:solidFill>
              </a:defRPr>
            </a:lvl3pPr>
            <a:lvl4pPr algn="l">
              <a:buNone/>
              <a:defRPr sz="2100" b="1">
                <a:solidFill>
                  <a:srgbClr val="145F91"/>
                </a:solidFill>
              </a:defRPr>
            </a:lvl4pPr>
            <a:lvl5pPr algn="l">
              <a:buNone/>
              <a:defRPr sz="2100" b="1">
                <a:solidFill>
                  <a:srgbClr val="145F91"/>
                </a:solidFill>
              </a:defRPr>
            </a:lvl5pPr>
            <a:lvl6pPr algn="l">
              <a:buNone/>
              <a:defRPr sz="2100" b="1">
                <a:solidFill>
                  <a:srgbClr val="145F91"/>
                </a:solidFill>
              </a:defRPr>
            </a:lvl6pPr>
            <a:lvl7pPr algn="l">
              <a:buNone/>
              <a:defRPr sz="2100" b="1">
                <a:solidFill>
                  <a:srgbClr val="145F91"/>
                </a:solidFill>
              </a:defRPr>
            </a:lvl7pPr>
            <a:lvl8pPr algn="l">
              <a:buNone/>
              <a:defRPr sz="2100" b="1">
                <a:solidFill>
                  <a:srgbClr val="145F91"/>
                </a:solidFill>
              </a:defRPr>
            </a:lvl8pPr>
            <a:lvl9pPr algn="l">
              <a:buNone/>
              <a:defRPr sz="2100" b="1">
                <a:solidFill>
                  <a:srgbClr val="145F91"/>
                </a:solidFill>
              </a:defRPr>
            </a:lvl9pPr>
          </a:lstStyle>
          <a:p xmlns:a="http://schemas.openxmlformats.org/drawingml/2006/main">
            <a:pPr algn="l">
              <a:buNone/>
              <a:defRPr sz="2100" b="1">
                <a:solidFill>
                  <a:srgbClr val="145F91"/>
                </a:solidFill>
              </a:defRPr>
            </a:pPr>
            <a:r>
              <a:rPr sz="2100" b="1">
                <a:solidFill>
                  <a:srgbClr val="145F91"/>
                </a:solidFill>
                <a:latin typeface="Arial"/>
                <a:ea typeface="Arial"/>
                <a:cs typeface="Arial"/>
              </a:rPr>
              <a:t>Despliegue</a:t>
            </a:r>
          </a:p>
        </p:txBody>
      </p:sp>
      <p:sp>
        <p:nvSpPr>
          <p:cNvPr id="8" name="">
            <a:extLst xmlns:a="http://schemas.openxmlformats.org/drawingml/2006/main">
              <a:ext uri="{FF2B5EF4-FFF2-40B4-BE49-F238E27FC236}">
                <a16:creationId xmlns:a16="http://schemas.microsoft.com/office/drawing/2014/main" id="{C55861BA-19B8-4694-9F69-A5AB49E95C0A}"/>
              </a:ext>
            </a:extLst>
          </p:cNvPr>
          <p:cNvSpPr>
            <a:spLocks xmlns:a="http://schemas.openxmlformats.org/drawingml/2006/main" noGrp="1"/>
          </p:cNvSpPr>
          <p:nvPr/>
        </p:nvSpPr>
        <p:spPr>
          <a:xfrm xmlns:a="http://schemas.openxmlformats.org/drawingml/2006/main">
            <a:off x="4429125" y="2667000"/>
            <a:ext cx="32385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62D42"/>
                </a:solidFill>
              </a:defRPr>
            </a:defPPr>
            <a:lvl1pPr algn="l">
              <a:buNone/>
              <a:defRPr sz="1575" b="0">
                <a:solidFill>
                  <a:srgbClr val="162D42"/>
                </a:solidFill>
              </a:defRPr>
            </a:lvl1pPr>
            <a:lvl2pPr algn="l">
              <a:buNone/>
              <a:defRPr sz="1575" b="0">
                <a:solidFill>
                  <a:srgbClr val="162D42"/>
                </a:solidFill>
              </a:defRPr>
            </a:lvl2pPr>
            <a:lvl3pPr algn="l">
              <a:buNone/>
              <a:defRPr sz="1575" b="0">
                <a:solidFill>
                  <a:srgbClr val="162D42"/>
                </a:solidFill>
              </a:defRPr>
            </a:lvl3pPr>
            <a:lvl4pPr algn="l">
              <a:buNone/>
              <a:defRPr sz="1575" b="0">
                <a:solidFill>
                  <a:srgbClr val="162D42"/>
                </a:solidFill>
              </a:defRPr>
            </a:lvl4pPr>
            <a:lvl5pPr algn="l">
              <a:buNone/>
              <a:defRPr sz="1575" b="0">
                <a:solidFill>
                  <a:srgbClr val="162D42"/>
                </a:solidFill>
              </a:defRPr>
            </a:lvl5pPr>
            <a:lvl6pPr algn="l">
              <a:buNone/>
              <a:defRPr sz="1575" b="0">
                <a:solidFill>
                  <a:srgbClr val="162D42"/>
                </a:solidFill>
              </a:defRPr>
            </a:lvl6pPr>
            <a:lvl7pPr algn="l">
              <a:buNone/>
              <a:defRPr sz="1575" b="0">
                <a:solidFill>
                  <a:srgbClr val="162D42"/>
                </a:solidFill>
              </a:defRPr>
            </a:lvl7pPr>
            <a:lvl8pPr algn="l">
              <a:buNone/>
              <a:defRPr sz="1575" b="0">
                <a:solidFill>
                  <a:srgbClr val="162D42"/>
                </a:solidFill>
              </a:defRPr>
            </a:lvl8pPr>
            <a:lvl9pPr algn="l">
              <a:buNone/>
              <a:defRPr sz="1575" b="0">
                <a:solidFill>
                  <a:srgbClr val="162D42"/>
                </a:solidFill>
              </a:defRPr>
            </a:lvl9pPr>
          </a:lstStyle>
          <a:p xmlns:a="http://schemas.openxmlformats.org/drawingml/2006/main">
            <a:pPr algn="l">
              <a:buNone/>
              <a:defRPr sz="1575" b="0">
                <a:solidFill>
                  <a:srgbClr val="162D42"/>
                </a:solidFill>
              </a:defRPr>
            </a:pPr>
            <a:r>
              <a:rPr sz="1575" b="0">
                <a:solidFill>
                  <a:srgbClr val="162D42"/>
                </a:solidFill>
                <a:latin typeface="Arial"/>
                <a:ea typeface="Arial"/>
                <a:cs typeface="Arial"/>
              </a:rPr>
              <a:t>terraform/aws/README.md</a:t>
            </a:r>
            <a:br>
              <a:rPr sz="1575" b="0">
                <a:solidFill>
                  <a:srgbClr val="162D42"/>
                </a:solidFill>
                <a:latin typeface="Arial"/>
                <a:ea typeface="Arial"/>
                <a:cs typeface="Arial"/>
              </a:rPr>
            </a:br>
            <a:br>
              <a:rPr sz="1575" b="0">
                <a:solidFill>
                  <a:srgbClr val="162D42"/>
                </a:solidFill>
                <a:latin typeface="Arial"/>
                <a:ea typeface="Arial"/>
                <a:cs typeface="Arial"/>
              </a:rPr>
            </a:br>
            <a:r>
              <a:rPr sz="1575" b="0">
                <a:solidFill>
                  <a:srgbClr val="162D42"/>
                </a:solidFill>
                <a:latin typeface="Arial"/>
                <a:ea typeface="Arial"/>
                <a:cs typeface="Arial"/>
              </a:rPr>
              <a:t>helm-chart/README.md</a:t>
            </a:r>
            <a:br>
              <a:rPr sz="1575" b="0">
                <a:solidFill>
                  <a:srgbClr val="162D42"/>
                </a:solidFill>
                <a:latin typeface="Arial"/>
                <a:ea typeface="Arial"/>
                <a:cs typeface="Arial"/>
              </a:rPr>
            </a:br>
            <a:br>
              <a:rPr sz="1575" b="0">
                <a:solidFill>
                  <a:srgbClr val="162D42"/>
                </a:solidFill>
                <a:latin typeface="Arial"/>
                <a:ea typeface="Arial"/>
                <a:cs typeface="Arial"/>
              </a:rPr>
            </a:br>
            <a:r>
              <a:rPr sz="1575" b="0">
                <a:solidFill>
                  <a:srgbClr val="162D42"/>
                </a:solidFill>
                <a:latin typeface="Arial"/>
                <a:ea typeface="Arial"/>
                <a:cs typeface="Arial"/>
              </a:rPr>
              <a:t>docs/aws-automatic-deployment.md</a:t>
            </a:r>
          </a:p>
        </p:txBody>
      </p:sp>
      <p:sp>
        <p:nvSpPr>
          <p:cNvPr id="9" name="">
            <a:extLst xmlns:a="http://schemas.openxmlformats.org/drawingml/2006/main">
              <a:ext uri="{FF2B5EF4-FFF2-40B4-BE49-F238E27FC236}">
                <a16:creationId xmlns:a16="http://schemas.microsoft.com/office/drawing/2014/main" id="{FC8E5844-8264-4C95-ADB2-B06FD0F71E37}"/>
              </a:ext>
            </a:extLst>
          </p:cNvPr>
          <p:cNvSpPr>
            <a:spLocks xmlns:a="http://schemas.openxmlformats.org/drawingml/2006/main" noGrp="1"/>
          </p:cNvSpPr>
          <p:nvPr/>
        </p:nvSpPr>
        <p:spPr>
          <a:xfrm xmlns:a="http://schemas.openxmlformats.org/drawingml/2006/main">
            <a:off x="7905750" y="1762125"/>
            <a:ext cx="0" cy="3714750"/>
          </a:xfrm>
          <a:prstGeom xmlns:a="http://schemas.openxmlformats.org/drawingml/2006/main" prst="line">
            <a:avLst/>
          </a:prstGeom>
          <a:noFill xmlns:a="http://schemas.openxmlformats.org/drawingml/2006/main"/>
          <a:ln xmlns:a="http://schemas.openxmlformats.org/drawingml/2006/main" w="19050">
            <a:solidFill>
              <a:srgbClr val="B9CCD8"/>
            </a:solidFill>
            <a:prstDash val="solid"/>
          </a:ln>
        </p:spPr>
      </p:sp>
      <p:sp>
        <p:nvSpPr>
          <p:cNvPr id="10" name="">
            <a:extLst xmlns:a="http://schemas.openxmlformats.org/drawingml/2006/main">
              <a:ext uri="{FF2B5EF4-FFF2-40B4-BE49-F238E27FC236}">
                <a16:creationId xmlns:a16="http://schemas.microsoft.com/office/drawing/2014/main" id="{03379A01-6E9A-4198-86F3-3E5FFF25D377}"/>
              </a:ext>
            </a:extLst>
          </p:cNvPr>
          <p:cNvSpPr>
            <a:spLocks xmlns:a="http://schemas.openxmlformats.org/drawingml/2006/main" noGrp="1"/>
          </p:cNvSpPr>
          <p:nvPr/>
        </p:nvSpPr>
        <p:spPr>
          <a:xfrm xmlns:a="http://schemas.openxmlformats.org/drawingml/2006/main">
            <a:off x="8191500" y="18669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1">
                <a:solidFill>
                  <a:srgbClr val="145F91"/>
                </a:solidFill>
              </a:defRPr>
            </a:defPPr>
            <a:lvl1pPr algn="l">
              <a:buNone/>
              <a:defRPr sz="2100" b="1">
                <a:solidFill>
                  <a:srgbClr val="145F91"/>
                </a:solidFill>
              </a:defRPr>
            </a:lvl1pPr>
            <a:lvl2pPr algn="l">
              <a:buNone/>
              <a:defRPr sz="2100" b="1">
                <a:solidFill>
                  <a:srgbClr val="145F91"/>
                </a:solidFill>
              </a:defRPr>
            </a:lvl2pPr>
            <a:lvl3pPr algn="l">
              <a:buNone/>
              <a:defRPr sz="2100" b="1">
                <a:solidFill>
                  <a:srgbClr val="145F91"/>
                </a:solidFill>
              </a:defRPr>
            </a:lvl3pPr>
            <a:lvl4pPr algn="l">
              <a:buNone/>
              <a:defRPr sz="2100" b="1">
                <a:solidFill>
                  <a:srgbClr val="145F91"/>
                </a:solidFill>
              </a:defRPr>
            </a:lvl4pPr>
            <a:lvl5pPr algn="l">
              <a:buNone/>
              <a:defRPr sz="2100" b="1">
                <a:solidFill>
                  <a:srgbClr val="145F91"/>
                </a:solidFill>
              </a:defRPr>
            </a:lvl5pPr>
            <a:lvl6pPr algn="l">
              <a:buNone/>
              <a:defRPr sz="2100" b="1">
                <a:solidFill>
                  <a:srgbClr val="145F91"/>
                </a:solidFill>
              </a:defRPr>
            </a:lvl6pPr>
            <a:lvl7pPr algn="l">
              <a:buNone/>
              <a:defRPr sz="2100" b="1">
                <a:solidFill>
                  <a:srgbClr val="145F91"/>
                </a:solidFill>
              </a:defRPr>
            </a:lvl7pPr>
            <a:lvl8pPr algn="l">
              <a:buNone/>
              <a:defRPr sz="2100" b="1">
                <a:solidFill>
                  <a:srgbClr val="145F91"/>
                </a:solidFill>
              </a:defRPr>
            </a:lvl8pPr>
            <a:lvl9pPr algn="l">
              <a:buNone/>
              <a:defRPr sz="2100" b="1">
                <a:solidFill>
                  <a:srgbClr val="145F91"/>
                </a:solidFill>
              </a:defRPr>
            </a:lvl9pPr>
          </a:lstStyle>
          <a:p xmlns:a="http://schemas.openxmlformats.org/drawingml/2006/main">
            <a:pPr algn="l">
              <a:buNone/>
              <a:defRPr sz="2100" b="1">
                <a:solidFill>
                  <a:srgbClr val="145F91"/>
                </a:solidFill>
              </a:defRPr>
            </a:pPr>
            <a:r>
              <a:rPr sz="2100" b="1">
                <a:solidFill>
                  <a:srgbClr val="145F91"/>
                </a:solidFill>
                <a:latin typeface="Arial"/>
                <a:ea typeface="Arial"/>
                <a:cs typeface="Arial"/>
              </a:rPr>
              <a:t>Evidencia</a:t>
            </a:r>
          </a:p>
        </p:txBody>
      </p:sp>
      <p:sp>
        <p:nvSpPr>
          <p:cNvPr id="11" name="">
            <a:extLst xmlns:a="http://schemas.openxmlformats.org/drawingml/2006/main">
              <a:ext uri="{FF2B5EF4-FFF2-40B4-BE49-F238E27FC236}">
                <a16:creationId xmlns:a16="http://schemas.microsoft.com/office/drawing/2014/main" id="{886BCBCE-2745-4C73-B6C2-179F306B9B2E}"/>
              </a:ext>
            </a:extLst>
          </p:cNvPr>
          <p:cNvSpPr>
            <a:spLocks xmlns:a="http://schemas.openxmlformats.org/drawingml/2006/main" noGrp="1"/>
          </p:cNvSpPr>
          <p:nvPr/>
        </p:nvSpPr>
        <p:spPr>
          <a:xfrm xmlns:a="http://schemas.openxmlformats.org/drawingml/2006/main">
            <a:off x="8191500" y="2667000"/>
            <a:ext cx="32385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62D42"/>
                </a:solidFill>
              </a:defRPr>
            </a:defPPr>
            <a:lvl1pPr algn="l">
              <a:buNone/>
              <a:defRPr sz="1575" b="0">
                <a:solidFill>
                  <a:srgbClr val="162D42"/>
                </a:solidFill>
              </a:defRPr>
            </a:lvl1pPr>
            <a:lvl2pPr algn="l">
              <a:buNone/>
              <a:defRPr sz="1575" b="0">
                <a:solidFill>
                  <a:srgbClr val="162D42"/>
                </a:solidFill>
              </a:defRPr>
            </a:lvl2pPr>
            <a:lvl3pPr algn="l">
              <a:buNone/>
              <a:defRPr sz="1575" b="0">
                <a:solidFill>
                  <a:srgbClr val="162D42"/>
                </a:solidFill>
              </a:defRPr>
            </a:lvl3pPr>
            <a:lvl4pPr algn="l">
              <a:buNone/>
              <a:defRPr sz="1575" b="0">
                <a:solidFill>
                  <a:srgbClr val="162D42"/>
                </a:solidFill>
              </a:defRPr>
            </a:lvl4pPr>
            <a:lvl5pPr algn="l">
              <a:buNone/>
              <a:defRPr sz="1575" b="0">
                <a:solidFill>
                  <a:srgbClr val="162D42"/>
                </a:solidFill>
              </a:defRPr>
            </a:lvl5pPr>
            <a:lvl6pPr algn="l">
              <a:buNone/>
              <a:defRPr sz="1575" b="0">
                <a:solidFill>
                  <a:srgbClr val="162D42"/>
                </a:solidFill>
              </a:defRPr>
            </a:lvl6pPr>
            <a:lvl7pPr algn="l">
              <a:buNone/>
              <a:defRPr sz="1575" b="0">
                <a:solidFill>
                  <a:srgbClr val="162D42"/>
                </a:solidFill>
              </a:defRPr>
            </a:lvl7pPr>
            <a:lvl8pPr algn="l">
              <a:buNone/>
              <a:defRPr sz="1575" b="0">
                <a:solidFill>
                  <a:srgbClr val="162D42"/>
                </a:solidFill>
              </a:defRPr>
            </a:lvl8pPr>
            <a:lvl9pPr algn="l">
              <a:buNone/>
              <a:defRPr sz="1575" b="0">
                <a:solidFill>
                  <a:srgbClr val="162D42"/>
                </a:solidFill>
              </a:defRPr>
            </a:lvl9pPr>
          </a:lstStyle>
          <a:p xmlns:a="http://schemas.openxmlformats.org/drawingml/2006/main">
            <a:pPr algn="l">
              <a:buNone/>
              <a:defRPr sz="1575" b="0">
                <a:solidFill>
                  <a:srgbClr val="162D42"/>
                </a:solidFill>
              </a:defRPr>
            </a:pPr>
            <a:r>
              <a:rPr sz="1575" b="0">
                <a:solidFill>
                  <a:srgbClr val="162D42"/>
                </a:solidFill>
                <a:latin typeface="Arial"/>
                <a:ea typeface="Arial"/>
                <a:cs typeface="Arial"/>
              </a:rPr>
              <a:t>docs/vault-evidence.md</a:t>
            </a:r>
            <a:br>
              <a:rPr sz="1575" b="0">
                <a:solidFill>
                  <a:srgbClr val="162D42"/>
                </a:solidFill>
                <a:latin typeface="Arial"/>
                <a:ea typeface="Arial"/>
                <a:cs typeface="Arial"/>
              </a:rPr>
            </a:br>
            <a:br>
              <a:rPr sz="1575" b="0">
                <a:solidFill>
                  <a:srgbClr val="162D42"/>
                </a:solidFill>
                <a:latin typeface="Arial"/>
                <a:ea typeface="Arial"/>
                <a:cs typeface="Arial"/>
              </a:rPr>
            </a:br>
            <a:r>
              <a:rPr sz="1575" b="0">
                <a:solidFill>
                  <a:srgbClr val="162D42"/>
                </a:solidFill>
                <a:latin typeface="Arial"/>
                <a:ea typeface="Arial"/>
                <a:cs typeface="Arial"/>
              </a:rPr>
              <a:t>docs/recovery-2026-10-20.md</a:t>
            </a:r>
            <a:br>
              <a:rPr sz="1575" b="0">
                <a:solidFill>
                  <a:srgbClr val="162D42"/>
                </a:solidFill>
                <a:latin typeface="Arial"/>
                <a:ea typeface="Arial"/>
                <a:cs typeface="Arial"/>
              </a:rPr>
            </a:br>
            <a:br>
              <a:rPr sz="1575" b="0">
                <a:solidFill>
                  <a:srgbClr val="162D42"/>
                </a:solidFill>
                <a:latin typeface="Arial"/>
                <a:ea typeface="Arial"/>
                <a:cs typeface="Arial"/>
              </a:rPr>
            </a:br>
            <a:r>
              <a:rPr sz="1575" b="0">
                <a:solidFill>
                  <a:srgbClr val="162D42"/>
                </a:solidFill>
                <a:latin typeface="Arial"/>
                <a:ea typeface="Arial"/>
                <a:cs typeface="Arial"/>
              </a:rPr>
              <a:t>docs/integration-verification-2026-10-13.md</a:t>
            </a:r>
          </a:p>
        </p:txBody>
      </p:sp>
      <p:sp>
        <p:nvSpPr>
          <p:cNvPr id="12" name="">
            <a:extLst xmlns:a="http://schemas.openxmlformats.org/drawingml/2006/main">
              <a:ext uri="{FF2B5EF4-FFF2-40B4-BE49-F238E27FC236}">
                <a16:creationId xmlns:a16="http://schemas.microsoft.com/office/drawing/2014/main" id="{0C2A8646-4435-47DC-B971-4FACC251E38E}"/>
              </a:ext>
            </a:extLst>
          </p:cNvPr>
          <p:cNvSpPr>
            <a:spLocks xmlns:a="http://schemas.openxmlformats.org/drawingml/2006/main" noGrp="1"/>
          </p:cNvSpPr>
          <p:nvPr/>
        </p:nvSpPr>
        <p:spPr>
          <a:xfrm xmlns:a="http://schemas.openxmlformats.org/drawingml/2006/main">
            <a:off x="666750" y="58102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4A6071"/>
                </a:solidFill>
              </a:defRPr>
            </a:defPPr>
            <a:lvl1pPr algn="l">
              <a:buNone/>
              <a:defRPr sz="1425" b="0">
                <a:solidFill>
                  <a:srgbClr val="4A6071"/>
                </a:solidFill>
              </a:defRPr>
            </a:lvl1pPr>
            <a:lvl2pPr algn="l">
              <a:buNone/>
              <a:defRPr sz="1425" b="0">
                <a:solidFill>
                  <a:srgbClr val="4A6071"/>
                </a:solidFill>
              </a:defRPr>
            </a:lvl2pPr>
            <a:lvl3pPr algn="l">
              <a:buNone/>
              <a:defRPr sz="1425" b="0">
                <a:solidFill>
                  <a:srgbClr val="4A6071"/>
                </a:solidFill>
              </a:defRPr>
            </a:lvl3pPr>
            <a:lvl4pPr algn="l">
              <a:buNone/>
              <a:defRPr sz="1425" b="0">
                <a:solidFill>
                  <a:srgbClr val="4A6071"/>
                </a:solidFill>
              </a:defRPr>
            </a:lvl4pPr>
            <a:lvl5pPr algn="l">
              <a:buNone/>
              <a:defRPr sz="1425" b="0">
                <a:solidFill>
                  <a:srgbClr val="4A6071"/>
                </a:solidFill>
              </a:defRPr>
            </a:lvl5pPr>
            <a:lvl6pPr algn="l">
              <a:buNone/>
              <a:defRPr sz="1425" b="0">
                <a:solidFill>
                  <a:srgbClr val="4A6071"/>
                </a:solidFill>
              </a:defRPr>
            </a:lvl6pPr>
            <a:lvl7pPr algn="l">
              <a:buNone/>
              <a:defRPr sz="1425" b="0">
                <a:solidFill>
                  <a:srgbClr val="4A6071"/>
                </a:solidFill>
              </a:defRPr>
            </a:lvl7pPr>
            <a:lvl8pPr algn="l">
              <a:buNone/>
              <a:defRPr sz="1425" b="0">
                <a:solidFill>
                  <a:srgbClr val="4A6071"/>
                </a:solidFill>
              </a:defRPr>
            </a:lvl8pPr>
            <a:lvl9pPr algn="l">
              <a:buNone/>
              <a:defRPr sz="1425" b="0">
                <a:solidFill>
                  <a:srgbClr val="4A6071"/>
                </a:solidFill>
              </a:defRPr>
            </a:lvl9pPr>
          </a:lstStyle>
          <a:p xmlns:a="http://schemas.openxmlformats.org/drawingml/2006/main">
            <a:pPr algn="l">
              <a:buNone/>
              <a:defRPr sz="1425" b="0">
                <a:solidFill>
                  <a:srgbClr val="4A6071"/>
                </a:solidFill>
              </a:defRPr>
            </a:pPr>
            <a:r>
              <a:rPr sz="1425" b="0">
                <a:solidFill>
                  <a:srgbClr val="4A6071"/>
                </a:solidFill>
                <a:latin typeface="Arial"/>
                <a:ea typeface="Arial"/>
                <a:cs typeface="Arial"/>
              </a:rPr>
              <a:t>También: aws/README.md documenta ECS histórico y kustomize/README.md las variantes de manifiestos.</a:t>
            </a:r>
          </a:p>
        </p:txBody>
      </p:sp>
    </p:spTree>
    <p:extLst>
      <p:ext uri="{BB962C8B-B14F-4D97-AF65-F5344CB8AC3E}">
        <p14:creationId xmlns:p14="http://schemas.microsoft.com/office/powerpoint/2010/main" val="21316992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3FA598B-5C4F-4C4E-884F-98F2F5A10A2C}"/>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0243A"/>
                </a:solidFill>
              </a:defRPr>
            </a:defPPr>
            <a:lvl1pPr algn="l">
              <a:buNone/>
              <a:defRPr sz="2850" b="1">
                <a:solidFill>
                  <a:srgbClr val="10243A"/>
                </a:solidFill>
              </a:defRPr>
            </a:lvl1pPr>
            <a:lvl2pPr algn="l">
              <a:buNone/>
              <a:defRPr sz="2850" b="1">
                <a:solidFill>
                  <a:srgbClr val="10243A"/>
                </a:solidFill>
              </a:defRPr>
            </a:lvl2pPr>
            <a:lvl3pPr algn="l">
              <a:buNone/>
              <a:defRPr sz="2850" b="1">
                <a:solidFill>
                  <a:srgbClr val="10243A"/>
                </a:solidFill>
              </a:defRPr>
            </a:lvl3pPr>
            <a:lvl4pPr algn="l">
              <a:buNone/>
              <a:defRPr sz="2850" b="1">
                <a:solidFill>
                  <a:srgbClr val="10243A"/>
                </a:solidFill>
              </a:defRPr>
            </a:lvl4pPr>
            <a:lvl5pPr algn="l">
              <a:buNone/>
              <a:defRPr sz="2850" b="1">
                <a:solidFill>
                  <a:srgbClr val="10243A"/>
                </a:solidFill>
              </a:defRPr>
            </a:lvl5pPr>
            <a:lvl6pPr algn="l">
              <a:buNone/>
              <a:defRPr sz="2850" b="1">
                <a:solidFill>
                  <a:srgbClr val="10243A"/>
                </a:solidFill>
              </a:defRPr>
            </a:lvl6pPr>
            <a:lvl7pPr algn="l">
              <a:buNone/>
              <a:defRPr sz="2850" b="1">
                <a:solidFill>
                  <a:srgbClr val="10243A"/>
                </a:solidFill>
              </a:defRPr>
            </a:lvl7pPr>
            <a:lvl8pPr algn="l">
              <a:buNone/>
              <a:defRPr sz="2850" b="1">
                <a:solidFill>
                  <a:srgbClr val="10243A"/>
                </a:solidFill>
              </a:defRPr>
            </a:lvl8pPr>
            <a:lvl9pPr algn="l">
              <a:buNone/>
              <a:defRPr sz="2850" b="1">
                <a:solidFill>
                  <a:srgbClr val="10243A"/>
                </a:solidFill>
              </a:defRPr>
            </a:lvl9pPr>
          </a:lstStyle>
          <a:p xmlns:a="http://schemas.openxmlformats.org/drawingml/2006/main">
            <a:pPr algn="l">
              <a:buNone/>
              <a:defRPr sz="2850" b="1">
                <a:solidFill>
                  <a:srgbClr val="10243A"/>
                </a:solidFill>
              </a:defRPr>
            </a:pPr>
            <a:r>
              <a:rPr sz="2850" b="1">
                <a:solidFill>
                  <a:srgbClr val="10243A"/>
                </a:solidFill>
                <a:latin typeface="Arial"/>
                <a:ea typeface="Arial"/>
                <a:cs typeface="Arial"/>
              </a:rPr>
              <a:t>Validaciones y alcance de la evidencia</a:t>
            </a:r>
          </a:p>
        </p:txBody>
      </p:sp>
      <p:sp>
        <p:nvSpPr>
          <p:cNvPr id="2" name="">
            <a:extLst xmlns:a="http://schemas.openxmlformats.org/drawingml/2006/main">
              <a:ext uri="{FF2B5EF4-FFF2-40B4-BE49-F238E27FC236}">
                <a16:creationId xmlns:a16="http://schemas.microsoft.com/office/drawing/2014/main" id="{979A6169-CA68-464E-90E0-6CA4BAAF163C}"/>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CBDD1AA9-1B65-4C25-9519-583AC114C6F5}"/>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75" b="0">
                <a:solidFill>
                  <a:srgbClr val="4A6071"/>
                </a:solidFill>
              </a:defRPr>
            </a:defPPr>
            <a:lvl1pPr algn="r">
              <a:buNone/>
              <a:defRPr sz="1275" b="0">
                <a:solidFill>
                  <a:srgbClr val="4A6071"/>
                </a:solidFill>
              </a:defRPr>
            </a:lvl1pPr>
            <a:lvl2pPr algn="r">
              <a:buNone/>
              <a:defRPr sz="1275" b="0">
                <a:solidFill>
                  <a:srgbClr val="4A6071"/>
                </a:solidFill>
              </a:defRPr>
            </a:lvl2pPr>
            <a:lvl3pPr algn="r">
              <a:buNone/>
              <a:defRPr sz="1275" b="0">
                <a:solidFill>
                  <a:srgbClr val="4A6071"/>
                </a:solidFill>
              </a:defRPr>
            </a:lvl3pPr>
            <a:lvl4pPr algn="r">
              <a:buNone/>
              <a:defRPr sz="1275" b="0">
                <a:solidFill>
                  <a:srgbClr val="4A6071"/>
                </a:solidFill>
              </a:defRPr>
            </a:lvl4pPr>
            <a:lvl5pPr algn="r">
              <a:buNone/>
              <a:defRPr sz="1275" b="0">
                <a:solidFill>
                  <a:srgbClr val="4A6071"/>
                </a:solidFill>
              </a:defRPr>
            </a:lvl5pPr>
            <a:lvl6pPr algn="r">
              <a:buNone/>
              <a:defRPr sz="1275" b="0">
                <a:solidFill>
                  <a:srgbClr val="4A6071"/>
                </a:solidFill>
              </a:defRPr>
            </a:lvl6pPr>
            <a:lvl7pPr algn="r">
              <a:buNone/>
              <a:defRPr sz="1275" b="0">
                <a:solidFill>
                  <a:srgbClr val="4A6071"/>
                </a:solidFill>
              </a:defRPr>
            </a:lvl7pPr>
            <a:lvl8pPr algn="r">
              <a:buNone/>
              <a:defRPr sz="1275" b="0">
                <a:solidFill>
                  <a:srgbClr val="4A6071"/>
                </a:solidFill>
              </a:defRPr>
            </a:lvl8pPr>
            <a:lvl9pPr algn="r">
              <a:buNone/>
              <a:defRPr sz="1275" b="0">
                <a:solidFill>
                  <a:srgbClr val="4A6071"/>
                </a:solidFill>
              </a:defRPr>
            </a:lvl9pPr>
          </a:lstStyle>
          <a:p xmlns:a="http://schemas.openxmlformats.org/drawingml/2006/main">
            <a:pPr algn="r">
              <a:buNone/>
              <a:defRPr sz="1275" b="0">
                <a:solidFill>
                  <a:srgbClr val="4A6071"/>
                </a:solidFill>
              </a:defRPr>
            </a:pPr>
            <a:r>
              <a:rPr sz="1275" b="0">
                <a:solidFill>
                  <a:srgbClr val="4A6071"/>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38A1C87F-D10A-420F-BFE8-DDEBBBAF1188}"/>
              </a:ext>
            </a:extLst>
          </p:cNvPr>
          <p:cNvSpPr>
            <a:spLocks xmlns:a="http://schemas.openxmlformats.org/drawingml/2006/main" noGrp="1"/>
          </p:cNvSpPr>
          <p:nvPr/>
        </p:nvSpPr>
        <p:spPr>
          <a:xfrm xmlns:a="http://schemas.openxmlformats.org/drawingml/2006/main">
            <a:off x="666750" y="1657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4A6071"/>
                </a:solidFill>
              </a:defRPr>
            </a:defPPr>
            <a:lvl1pPr algn="l">
              <a:buNone/>
              <a:defRPr sz="1275" b="1">
                <a:solidFill>
                  <a:srgbClr val="4A6071"/>
                </a:solidFill>
              </a:defRPr>
            </a:lvl1pPr>
            <a:lvl2pPr algn="l">
              <a:buNone/>
              <a:defRPr sz="1275" b="1">
                <a:solidFill>
                  <a:srgbClr val="4A6071"/>
                </a:solidFill>
              </a:defRPr>
            </a:lvl2pPr>
            <a:lvl3pPr algn="l">
              <a:buNone/>
              <a:defRPr sz="1275" b="1">
                <a:solidFill>
                  <a:srgbClr val="4A6071"/>
                </a:solidFill>
              </a:defRPr>
            </a:lvl3pPr>
            <a:lvl4pPr algn="l">
              <a:buNone/>
              <a:defRPr sz="1275" b="1">
                <a:solidFill>
                  <a:srgbClr val="4A6071"/>
                </a:solidFill>
              </a:defRPr>
            </a:lvl4pPr>
            <a:lvl5pPr algn="l">
              <a:buNone/>
              <a:defRPr sz="1275" b="1">
                <a:solidFill>
                  <a:srgbClr val="4A6071"/>
                </a:solidFill>
              </a:defRPr>
            </a:lvl5pPr>
            <a:lvl6pPr algn="l">
              <a:buNone/>
              <a:defRPr sz="1275" b="1">
                <a:solidFill>
                  <a:srgbClr val="4A6071"/>
                </a:solidFill>
              </a:defRPr>
            </a:lvl6pPr>
            <a:lvl7pPr algn="l">
              <a:buNone/>
              <a:defRPr sz="1275" b="1">
                <a:solidFill>
                  <a:srgbClr val="4A6071"/>
                </a:solidFill>
              </a:defRPr>
            </a:lvl7pPr>
            <a:lvl8pPr algn="l">
              <a:buNone/>
              <a:defRPr sz="1275" b="1">
                <a:solidFill>
                  <a:srgbClr val="4A6071"/>
                </a:solidFill>
              </a:defRPr>
            </a:lvl8pPr>
            <a:lvl9pPr algn="l">
              <a:buNone/>
              <a:defRPr sz="1275" b="1">
                <a:solidFill>
                  <a:srgbClr val="4A6071"/>
                </a:solidFill>
              </a:defRPr>
            </a:lvl9pPr>
          </a:lstStyle>
          <a:p xmlns:a="http://schemas.openxmlformats.org/drawingml/2006/main">
            <a:pPr algn="l">
              <a:buNone/>
              <a:defRPr sz="1275" b="1">
                <a:solidFill>
                  <a:srgbClr val="4A6071"/>
                </a:solidFill>
              </a:defRPr>
            </a:pPr>
            <a:r>
              <a:rPr sz="1275" b="1">
                <a:solidFill>
                  <a:srgbClr val="4A6071"/>
                </a:solidFill>
                <a:latin typeface="Arial"/>
                <a:ea typeface="Arial"/>
                <a:cs typeface="Arial"/>
              </a:rPr>
              <a:t>ÁREA</a:t>
            </a:r>
          </a:p>
        </p:txBody>
      </p:sp>
      <p:sp>
        <p:nvSpPr>
          <p:cNvPr id="5" name="">
            <a:extLst xmlns:a="http://schemas.openxmlformats.org/drawingml/2006/main">
              <a:ext uri="{FF2B5EF4-FFF2-40B4-BE49-F238E27FC236}">
                <a16:creationId xmlns:a16="http://schemas.microsoft.com/office/drawing/2014/main" id="{6692F4D8-3A4E-4E7C-BCA6-2CDC1DCF7222}"/>
              </a:ext>
            </a:extLst>
          </p:cNvPr>
          <p:cNvSpPr>
            <a:spLocks xmlns:a="http://schemas.openxmlformats.org/drawingml/2006/main" noGrp="1"/>
          </p:cNvSpPr>
          <p:nvPr/>
        </p:nvSpPr>
        <p:spPr>
          <a:xfrm xmlns:a="http://schemas.openxmlformats.org/drawingml/2006/main">
            <a:off x="2905125" y="1657350"/>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4A6071"/>
                </a:solidFill>
              </a:defRPr>
            </a:defPPr>
            <a:lvl1pPr algn="l">
              <a:buNone/>
              <a:defRPr sz="1275" b="1">
                <a:solidFill>
                  <a:srgbClr val="4A6071"/>
                </a:solidFill>
              </a:defRPr>
            </a:lvl1pPr>
            <a:lvl2pPr algn="l">
              <a:buNone/>
              <a:defRPr sz="1275" b="1">
                <a:solidFill>
                  <a:srgbClr val="4A6071"/>
                </a:solidFill>
              </a:defRPr>
            </a:lvl2pPr>
            <a:lvl3pPr algn="l">
              <a:buNone/>
              <a:defRPr sz="1275" b="1">
                <a:solidFill>
                  <a:srgbClr val="4A6071"/>
                </a:solidFill>
              </a:defRPr>
            </a:lvl3pPr>
            <a:lvl4pPr algn="l">
              <a:buNone/>
              <a:defRPr sz="1275" b="1">
                <a:solidFill>
                  <a:srgbClr val="4A6071"/>
                </a:solidFill>
              </a:defRPr>
            </a:lvl4pPr>
            <a:lvl5pPr algn="l">
              <a:buNone/>
              <a:defRPr sz="1275" b="1">
                <a:solidFill>
                  <a:srgbClr val="4A6071"/>
                </a:solidFill>
              </a:defRPr>
            </a:lvl5pPr>
            <a:lvl6pPr algn="l">
              <a:buNone/>
              <a:defRPr sz="1275" b="1">
                <a:solidFill>
                  <a:srgbClr val="4A6071"/>
                </a:solidFill>
              </a:defRPr>
            </a:lvl6pPr>
            <a:lvl7pPr algn="l">
              <a:buNone/>
              <a:defRPr sz="1275" b="1">
                <a:solidFill>
                  <a:srgbClr val="4A6071"/>
                </a:solidFill>
              </a:defRPr>
            </a:lvl7pPr>
            <a:lvl8pPr algn="l">
              <a:buNone/>
              <a:defRPr sz="1275" b="1">
                <a:solidFill>
                  <a:srgbClr val="4A6071"/>
                </a:solidFill>
              </a:defRPr>
            </a:lvl8pPr>
            <a:lvl9pPr algn="l">
              <a:buNone/>
              <a:defRPr sz="1275" b="1">
                <a:solidFill>
                  <a:srgbClr val="4A6071"/>
                </a:solidFill>
              </a:defRPr>
            </a:lvl9pPr>
          </a:lstStyle>
          <a:p xmlns:a="http://schemas.openxmlformats.org/drawingml/2006/main">
            <a:pPr algn="l">
              <a:buNone/>
              <a:defRPr sz="1275" b="1">
                <a:solidFill>
                  <a:srgbClr val="4A6071"/>
                </a:solidFill>
              </a:defRPr>
            </a:pPr>
            <a:r>
              <a:rPr sz="1275" b="1">
                <a:solidFill>
                  <a:srgbClr val="4A6071"/>
                </a:solidFill>
                <a:latin typeface="Arial"/>
                <a:ea typeface="Arial"/>
                <a:cs typeface="Arial"/>
              </a:rPr>
              <a:t>COMPROBACIÓN</a:t>
            </a:r>
          </a:p>
        </p:txBody>
      </p:sp>
      <p:sp>
        <p:nvSpPr>
          <p:cNvPr id="6" name="">
            <a:extLst xmlns:a="http://schemas.openxmlformats.org/drawingml/2006/main">
              <a:ext uri="{FF2B5EF4-FFF2-40B4-BE49-F238E27FC236}">
                <a16:creationId xmlns:a16="http://schemas.microsoft.com/office/drawing/2014/main" id="{9F169B57-0835-43CB-BD2C-33E6D783A963}"/>
              </a:ext>
            </a:extLst>
          </p:cNvPr>
          <p:cNvSpPr>
            <a:spLocks xmlns:a="http://schemas.openxmlformats.org/drawingml/2006/main" noGrp="1"/>
          </p:cNvSpPr>
          <p:nvPr/>
        </p:nvSpPr>
        <p:spPr>
          <a:xfrm xmlns:a="http://schemas.openxmlformats.org/drawingml/2006/main">
            <a:off x="7810500" y="1657350"/>
            <a:ext cx="3381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4A6071"/>
                </a:solidFill>
              </a:defRPr>
            </a:defPPr>
            <a:lvl1pPr algn="l">
              <a:buNone/>
              <a:defRPr sz="1275" b="1">
                <a:solidFill>
                  <a:srgbClr val="4A6071"/>
                </a:solidFill>
              </a:defRPr>
            </a:lvl1pPr>
            <a:lvl2pPr algn="l">
              <a:buNone/>
              <a:defRPr sz="1275" b="1">
                <a:solidFill>
                  <a:srgbClr val="4A6071"/>
                </a:solidFill>
              </a:defRPr>
            </a:lvl2pPr>
            <a:lvl3pPr algn="l">
              <a:buNone/>
              <a:defRPr sz="1275" b="1">
                <a:solidFill>
                  <a:srgbClr val="4A6071"/>
                </a:solidFill>
              </a:defRPr>
            </a:lvl3pPr>
            <a:lvl4pPr algn="l">
              <a:buNone/>
              <a:defRPr sz="1275" b="1">
                <a:solidFill>
                  <a:srgbClr val="4A6071"/>
                </a:solidFill>
              </a:defRPr>
            </a:lvl4pPr>
            <a:lvl5pPr algn="l">
              <a:buNone/>
              <a:defRPr sz="1275" b="1">
                <a:solidFill>
                  <a:srgbClr val="4A6071"/>
                </a:solidFill>
              </a:defRPr>
            </a:lvl5pPr>
            <a:lvl6pPr algn="l">
              <a:buNone/>
              <a:defRPr sz="1275" b="1">
                <a:solidFill>
                  <a:srgbClr val="4A6071"/>
                </a:solidFill>
              </a:defRPr>
            </a:lvl6pPr>
            <a:lvl7pPr algn="l">
              <a:buNone/>
              <a:defRPr sz="1275" b="1">
                <a:solidFill>
                  <a:srgbClr val="4A6071"/>
                </a:solidFill>
              </a:defRPr>
            </a:lvl7pPr>
            <a:lvl8pPr algn="l">
              <a:buNone/>
              <a:defRPr sz="1275" b="1">
                <a:solidFill>
                  <a:srgbClr val="4A6071"/>
                </a:solidFill>
              </a:defRPr>
            </a:lvl8pPr>
            <a:lvl9pPr algn="l">
              <a:buNone/>
              <a:defRPr sz="1275" b="1">
                <a:solidFill>
                  <a:srgbClr val="4A6071"/>
                </a:solidFill>
              </a:defRPr>
            </a:lvl9pPr>
          </a:lstStyle>
          <a:p xmlns:a="http://schemas.openxmlformats.org/drawingml/2006/main">
            <a:pPr algn="l">
              <a:buNone/>
              <a:defRPr sz="1275" b="1">
                <a:solidFill>
                  <a:srgbClr val="4A6071"/>
                </a:solidFill>
              </a:defRPr>
            </a:pPr>
            <a:r>
              <a:rPr sz="1275" b="1">
                <a:solidFill>
                  <a:srgbClr val="4A6071"/>
                </a:solidFill>
                <a:latin typeface="Arial"/>
                <a:ea typeface="Arial"/>
                <a:cs typeface="Arial"/>
              </a:rPr>
              <a:t>ALCANCE</a:t>
            </a:r>
          </a:p>
        </p:txBody>
      </p:sp>
      <p:sp>
        <p:nvSpPr>
          <p:cNvPr id="7" name="">
            <a:extLst xmlns:a="http://schemas.openxmlformats.org/drawingml/2006/main">
              <a:ext uri="{FF2B5EF4-FFF2-40B4-BE49-F238E27FC236}">
                <a16:creationId xmlns:a16="http://schemas.microsoft.com/office/drawing/2014/main" id="{4D1C7DAF-6070-44D4-B56F-C58AD4C1E63D}"/>
              </a:ext>
            </a:extLst>
          </p:cNvPr>
          <p:cNvSpPr>
            <a:spLocks xmlns:a="http://schemas.openxmlformats.org/drawingml/2006/main" noGrp="1"/>
          </p:cNvSpPr>
          <p:nvPr/>
        </p:nvSpPr>
        <p:spPr>
          <a:xfrm xmlns:a="http://schemas.openxmlformats.org/drawingml/2006/main">
            <a:off x="666750" y="2085975"/>
            <a:ext cx="10715625" cy="0"/>
          </a:xfrm>
          <a:prstGeom xmlns:a="http://schemas.openxmlformats.org/drawingml/2006/main" prst="line">
            <a:avLst/>
          </a:prstGeom>
          <a:noFill xmlns:a="http://schemas.openxmlformats.org/drawingml/2006/main"/>
          <a:ln xmlns:a="http://schemas.openxmlformats.org/drawingml/2006/main" w="19050">
            <a:solidFill>
              <a:srgbClr val="145F91"/>
            </a:solidFill>
            <a:prstDash val="solid"/>
          </a:ln>
        </p:spPr>
      </p:sp>
      <p:sp>
        <p:nvSpPr>
          <p:cNvPr id="8" name="">
            <a:extLst xmlns:a="http://schemas.openxmlformats.org/drawingml/2006/main">
              <a:ext uri="{FF2B5EF4-FFF2-40B4-BE49-F238E27FC236}">
                <a16:creationId xmlns:a16="http://schemas.microsoft.com/office/drawing/2014/main" id="{6DA5F766-467A-4070-BE4F-97F9D27A0213}"/>
              </a:ext>
            </a:extLst>
          </p:cNvPr>
          <p:cNvSpPr>
            <a:spLocks xmlns:a="http://schemas.openxmlformats.org/drawingml/2006/main" noGrp="1"/>
          </p:cNvSpPr>
          <p:nvPr/>
        </p:nvSpPr>
        <p:spPr>
          <a:xfrm xmlns:a="http://schemas.openxmlformats.org/drawingml/2006/main">
            <a:off x="666750" y="22860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0243A"/>
                </a:solidFill>
              </a:defRPr>
            </a:defPPr>
            <a:lvl1pPr algn="l">
              <a:buNone/>
              <a:defRPr sz="1575" b="1">
                <a:solidFill>
                  <a:srgbClr val="10243A"/>
                </a:solidFill>
              </a:defRPr>
            </a:lvl1pPr>
            <a:lvl2pPr algn="l">
              <a:buNone/>
              <a:defRPr sz="1575" b="1">
                <a:solidFill>
                  <a:srgbClr val="10243A"/>
                </a:solidFill>
              </a:defRPr>
            </a:lvl2pPr>
            <a:lvl3pPr algn="l">
              <a:buNone/>
              <a:defRPr sz="1575" b="1">
                <a:solidFill>
                  <a:srgbClr val="10243A"/>
                </a:solidFill>
              </a:defRPr>
            </a:lvl3pPr>
            <a:lvl4pPr algn="l">
              <a:buNone/>
              <a:defRPr sz="1575" b="1">
                <a:solidFill>
                  <a:srgbClr val="10243A"/>
                </a:solidFill>
              </a:defRPr>
            </a:lvl4pPr>
            <a:lvl5pPr algn="l">
              <a:buNone/>
              <a:defRPr sz="1575" b="1">
                <a:solidFill>
                  <a:srgbClr val="10243A"/>
                </a:solidFill>
              </a:defRPr>
            </a:lvl5pPr>
            <a:lvl6pPr algn="l">
              <a:buNone/>
              <a:defRPr sz="1575" b="1">
                <a:solidFill>
                  <a:srgbClr val="10243A"/>
                </a:solidFill>
              </a:defRPr>
            </a:lvl6pPr>
            <a:lvl7pPr algn="l">
              <a:buNone/>
              <a:defRPr sz="1575" b="1">
                <a:solidFill>
                  <a:srgbClr val="10243A"/>
                </a:solidFill>
              </a:defRPr>
            </a:lvl7pPr>
            <a:lvl8pPr algn="l">
              <a:buNone/>
              <a:defRPr sz="1575" b="1">
                <a:solidFill>
                  <a:srgbClr val="10243A"/>
                </a:solidFill>
              </a:defRPr>
            </a:lvl8pPr>
            <a:lvl9pPr algn="l">
              <a:buNone/>
              <a:defRPr sz="1575" b="1">
                <a:solidFill>
                  <a:srgbClr val="10243A"/>
                </a:solidFill>
              </a:defRPr>
            </a:lvl9pPr>
          </a:lstStyle>
          <a:p xmlns:a="http://schemas.openxmlformats.org/drawingml/2006/main">
            <a:pPr algn="l">
              <a:buNone/>
              <a:defRPr sz="1575" b="1">
                <a:solidFill>
                  <a:srgbClr val="10243A"/>
                </a:solidFill>
              </a:defRPr>
            </a:pPr>
            <a:r>
              <a:rPr sz="1575" b="1">
                <a:solidFill>
                  <a:srgbClr val="10243A"/>
                </a:solidFill>
                <a:latin typeface="Arial"/>
                <a:ea typeface="Arial"/>
                <a:cs typeface="Arial"/>
              </a:rPr>
              <a:t>Aplicación</a:t>
            </a:r>
          </a:p>
        </p:txBody>
      </p:sp>
      <p:sp>
        <p:nvSpPr>
          <p:cNvPr id="9" name="">
            <a:extLst xmlns:a="http://schemas.openxmlformats.org/drawingml/2006/main">
              <a:ext uri="{FF2B5EF4-FFF2-40B4-BE49-F238E27FC236}">
                <a16:creationId xmlns:a16="http://schemas.microsoft.com/office/drawing/2014/main" id="{78D190EC-99E1-46DA-9902-A0D5905914AB}"/>
              </a:ext>
            </a:extLst>
          </p:cNvPr>
          <p:cNvSpPr>
            <a:spLocks xmlns:a="http://schemas.openxmlformats.org/drawingml/2006/main" noGrp="1"/>
          </p:cNvSpPr>
          <p:nvPr/>
        </p:nvSpPr>
        <p:spPr>
          <a:xfrm xmlns:a="http://schemas.openxmlformats.org/drawingml/2006/main">
            <a:off x="2905125" y="2286000"/>
            <a:ext cx="4572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62D42"/>
                </a:solidFill>
              </a:defRPr>
            </a:defPPr>
            <a:lvl1pPr algn="l">
              <a:buNone/>
              <a:defRPr sz="1500" b="0">
                <a:solidFill>
                  <a:srgbClr val="162D42"/>
                </a:solidFill>
              </a:defRPr>
            </a:lvl1pPr>
            <a:lvl2pPr algn="l">
              <a:buNone/>
              <a:defRPr sz="1500" b="0">
                <a:solidFill>
                  <a:srgbClr val="162D42"/>
                </a:solidFill>
              </a:defRPr>
            </a:lvl2pPr>
            <a:lvl3pPr algn="l">
              <a:buNone/>
              <a:defRPr sz="1500" b="0">
                <a:solidFill>
                  <a:srgbClr val="162D42"/>
                </a:solidFill>
              </a:defRPr>
            </a:lvl3pPr>
            <a:lvl4pPr algn="l">
              <a:buNone/>
              <a:defRPr sz="1500" b="0">
                <a:solidFill>
                  <a:srgbClr val="162D42"/>
                </a:solidFill>
              </a:defRPr>
            </a:lvl4pPr>
            <a:lvl5pPr algn="l">
              <a:buNone/>
              <a:defRPr sz="1500" b="0">
                <a:solidFill>
                  <a:srgbClr val="162D42"/>
                </a:solidFill>
              </a:defRPr>
            </a:lvl5pPr>
            <a:lvl6pPr algn="l">
              <a:buNone/>
              <a:defRPr sz="1500" b="0">
                <a:solidFill>
                  <a:srgbClr val="162D42"/>
                </a:solidFill>
              </a:defRPr>
            </a:lvl6pPr>
            <a:lvl7pPr algn="l">
              <a:buNone/>
              <a:defRPr sz="1500" b="0">
                <a:solidFill>
                  <a:srgbClr val="162D42"/>
                </a:solidFill>
              </a:defRPr>
            </a:lvl7pPr>
            <a:lvl8pPr algn="l">
              <a:buNone/>
              <a:defRPr sz="1500" b="0">
                <a:solidFill>
                  <a:srgbClr val="162D42"/>
                </a:solidFill>
              </a:defRPr>
            </a:lvl8pPr>
            <a:lvl9pPr algn="l">
              <a:buNone/>
              <a:defRPr sz="1500" b="0">
                <a:solidFill>
                  <a:srgbClr val="162D42"/>
                </a:solidFill>
              </a:defRPr>
            </a:lvl9pPr>
          </a:lstStyle>
          <a:p xmlns:a="http://schemas.openxmlformats.org/drawingml/2006/main">
            <a:pPr algn="l">
              <a:buNone/>
              <a:defRPr sz="1500" b="0">
                <a:solidFill>
                  <a:srgbClr val="162D42"/>
                </a:solidFill>
              </a:defRPr>
            </a:pPr>
            <a:r>
              <a:rPr sz="1500" b="0">
                <a:solidFill>
                  <a:srgbClr val="162D42"/>
                </a:solidFill>
                <a:latin typeface="Arial"/>
                <a:ea typeface="Arial"/>
                <a:cs typeface="Arial"/>
              </a:rPr>
              <a:t>PostgreSQL, HTTP, persistencia y Go</a:t>
            </a:r>
          </a:p>
        </p:txBody>
      </p:sp>
      <p:sp>
        <p:nvSpPr>
          <p:cNvPr id="10" name="">
            <a:extLst xmlns:a="http://schemas.openxmlformats.org/drawingml/2006/main">
              <a:ext uri="{FF2B5EF4-FFF2-40B4-BE49-F238E27FC236}">
                <a16:creationId xmlns:a16="http://schemas.microsoft.com/office/drawing/2014/main" id="{19FDB3AF-C352-4DC0-998A-145773FCEC1B}"/>
              </a:ext>
            </a:extLst>
          </p:cNvPr>
          <p:cNvSpPr>
            <a:spLocks xmlns:a="http://schemas.openxmlformats.org/drawingml/2006/main" noGrp="1"/>
          </p:cNvSpPr>
          <p:nvPr/>
        </p:nvSpPr>
        <p:spPr>
          <a:xfrm xmlns:a="http://schemas.openxmlformats.org/drawingml/2006/main">
            <a:off x="7810500" y="228600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62D42"/>
                </a:solidFill>
              </a:defRPr>
            </a:defPPr>
            <a:lvl1pPr algn="l">
              <a:buNone/>
              <a:defRPr sz="1500" b="0">
                <a:solidFill>
                  <a:srgbClr val="162D42"/>
                </a:solidFill>
              </a:defRPr>
            </a:lvl1pPr>
            <a:lvl2pPr algn="l">
              <a:buNone/>
              <a:defRPr sz="1500" b="0">
                <a:solidFill>
                  <a:srgbClr val="162D42"/>
                </a:solidFill>
              </a:defRPr>
            </a:lvl2pPr>
            <a:lvl3pPr algn="l">
              <a:buNone/>
              <a:defRPr sz="1500" b="0">
                <a:solidFill>
                  <a:srgbClr val="162D42"/>
                </a:solidFill>
              </a:defRPr>
            </a:lvl3pPr>
            <a:lvl4pPr algn="l">
              <a:buNone/>
              <a:defRPr sz="1500" b="0">
                <a:solidFill>
                  <a:srgbClr val="162D42"/>
                </a:solidFill>
              </a:defRPr>
            </a:lvl4pPr>
            <a:lvl5pPr algn="l">
              <a:buNone/>
              <a:defRPr sz="1500" b="0">
                <a:solidFill>
                  <a:srgbClr val="162D42"/>
                </a:solidFill>
              </a:defRPr>
            </a:lvl5pPr>
            <a:lvl6pPr algn="l">
              <a:buNone/>
              <a:defRPr sz="1500" b="0">
                <a:solidFill>
                  <a:srgbClr val="162D42"/>
                </a:solidFill>
              </a:defRPr>
            </a:lvl6pPr>
            <a:lvl7pPr algn="l">
              <a:buNone/>
              <a:defRPr sz="1500" b="0">
                <a:solidFill>
                  <a:srgbClr val="162D42"/>
                </a:solidFill>
              </a:defRPr>
            </a:lvl7pPr>
            <a:lvl8pPr algn="l">
              <a:buNone/>
              <a:defRPr sz="1500" b="0">
                <a:solidFill>
                  <a:srgbClr val="162D42"/>
                </a:solidFill>
              </a:defRPr>
            </a:lvl8pPr>
            <a:lvl9pPr algn="l">
              <a:buNone/>
              <a:defRPr sz="1500" b="0">
                <a:solidFill>
                  <a:srgbClr val="162D42"/>
                </a:solidFill>
              </a:defRPr>
            </a:lvl9pPr>
          </a:lstStyle>
          <a:p xmlns:a="http://schemas.openxmlformats.org/drawingml/2006/main">
            <a:pPr algn="l">
              <a:buNone/>
              <a:defRPr sz="1500" b="0">
                <a:solidFill>
                  <a:srgbClr val="162D42"/>
                </a:solidFill>
              </a:defRPr>
            </a:pPr>
            <a:r>
              <a:rPr sz="1500" b="0">
                <a:solidFill>
                  <a:srgbClr val="162D42"/>
                </a:solidFill>
                <a:latin typeface="Arial"/>
                <a:ea typeface="Arial"/>
                <a:cs typeface="Arial"/>
              </a:rPr>
              <a:t>Pruebas locales documentadas</a:t>
            </a:r>
          </a:p>
        </p:txBody>
      </p:sp>
      <p:sp>
        <p:nvSpPr>
          <p:cNvPr id="11" name="">
            <a:extLst xmlns:a="http://schemas.openxmlformats.org/drawingml/2006/main">
              <a:ext uri="{FF2B5EF4-FFF2-40B4-BE49-F238E27FC236}">
                <a16:creationId xmlns:a16="http://schemas.microsoft.com/office/drawing/2014/main" id="{62B2FEF1-3A40-4BB2-A82E-7E00D66D0274}"/>
              </a:ext>
            </a:extLst>
          </p:cNvPr>
          <p:cNvSpPr>
            <a:spLocks xmlns:a="http://schemas.openxmlformats.org/drawingml/2006/main" noGrp="1"/>
          </p:cNvSpPr>
          <p:nvPr/>
        </p:nvSpPr>
        <p:spPr>
          <a:xfrm xmlns:a="http://schemas.openxmlformats.org/drawingml/2006/main">
            <a:off x="666750" y="3086100"/>
            <a:ext cx="10715625" cy="0"/>
          </a:xfrm>
          <a:prstGeom xmlns:a="http://schemas.openxmlformats.org/drawingml/2006/main" prst="line">
            <a:avLst/>
          </a:prstGeom>
          <a:noFill xmlns:a="http://schemas.openxmlformats.org/drawingml/2006/main"/>
          <a:ln xmlns:a="http://schemas.openxmlformats.org/drawingml/2006/main" w="19050">
            <a:solidFill>
              <a:srgbClr val="B9CCD8"/>
            </a:solidFill>
            <a:prstDash val="solid"/>
          </a:ln>
        </p:spPr>
      </p:sp>
      <p:sp>
        <p:nvSpPr>
          <p:cNvPr id="12" name="">
            <a:extLst xmlns:a="http://schemas.openxmlformats.org/drawingml/2006/main">
              <a:ext uri="{FF2B5EF4-FFF2-40B4-BE49-F238E27FC236}">
                <a16:creationId xmlns:a16="http://schemas.microsoft.com/office/drawing/2014/main" id="{DF0E5242-CF9C-4A42-9925-500441970A08}"/>
              </a:ext>
            </a:extLst>
          </p:cNvPr>
          <p:cNvSpPr>
            <a:spLocks xmlns:a="http://schemas.openxmlformats.org/drawingml/2006/main" noGrp="1"/>
          </p:cNvSpPr>
          <p:nvPr/>
        </p:nvSpPr>
        <p:spPr>
          <a:xfrm xmlns:a="http://schemas.openxmlformats.org/drawingml/2006/main">
            <a:off x="666750" y="32004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0243A"/>
                </a:solidFill>
              </a:defRPr>
            </a:defPPr>
            <a:lvl1pPr algn="l">
              <a:buNone/>
              <a:defRPr sz="1575" b="1">
                <a:solidFill>
                  <a:srgbClr val="10243A"/>
                </a:solidFill>
              </a:defRPr>
            </a:lvl1pPr>
            <a:lvl2pPr algn="l">
              <a:buNone/>
              <a:defRPr sz="1575" b="1">
                <a:solidFill>
                  <a:srgbClr val="10243A"/>
                </a:solidFill>
              </a:defRPr>
            </a:lvl2pPr>
            <a:lvl3pPr algn="l">
              <a:buNone/>
              <a:defRPr sz="1575" b="1">
                <a:solidFill>
                  <a:srgbClr val="10243A"/>
                </a:solidFill>
              </a:defRPr>
            </a:lvl3pPr>
            <a:lvl4pPr algn="l">
              <a:buNone/>
              <a:defRPr sz="1575" b="1">
                <a:solidFill>
                  <a:srgbClr val="10243A"/>
                </a:solidFill>
              </a:defRPr>
            </a:lvl4pPr>
            <a:lvl5pPr algn="l">
              <a:buNone/>
              <a:defRPr sz="1575" b="1">
                <a:solidFill>
                  <a:srgbClr val="10243A"/>
                </a:solidFill>
              </a:defRPr>
            </a:lvl5pPr>
            <a:lvl6pPr algn="l">
              <a:buNone/>
              <a:defRPr sz="1575" b="1">
                <a:solidFill>
                  <a:srgbClr val="10243A"/>
                </a:solidFill>
              </a:defRPr>
            </a:lvl6pPr>
            <a:lvl7pPr algn="l">
              <a:buNone/>
              <a:defRPr sz="1575" b="1">
                <a:solidFill>
                  <a:srgbClr val="10243A"/>
                </a:solidFill>
              </a:defRPr>
            </a:lvl7pPr>
            <a:lvl8pPr algn="l">
              <a:buNone/>
              <a:defRPr sz="1575" b="1">
                <a:solidFill>
                  <a:srgbClr val="10243A"/>
                </a:solidFill>
              </a:defRPr>
            </a:lvl8pPr>
            <a:lvl9pPr algn="l">
              <a:buNone/>
              <a:defRPr sz="1575" b="1">
                <a:solidFill>
                  <a:srgbClr val="10243A"/>
                </a:solidFill>
              </a:defRPr>
            </a:lvl9pPr>
          </a:lstStyle>
          <a:p xmlns:a="http://schemas.openxmlformats.org/drawingml/2006/main">
            <a:pPr algn="l">
              <a:buNone/>
              <a:defRPr sz="1575" b="1">
                <a:solidFill>
                  <a:srgbClr val="10243A"/>
                </a:solidFill>
              </a:defRPr>
            </a:pPr>
            <a:r>
              <a:rPr sz="1575" b="1">
                <a:solidFill>
                  <a:srgbClr val="10243A"/>
                </a:solidFill>
                <a:latin typeface="Arial"/>
                <a:ea typeface="Arial"/>
                <a:cs typeface="Arial"/>
              </a:rPr>
              <a:t>Vault y entrega</a:t>
            </a:r>
          </a:p>
        </p:txBody>
      </p:sp>
      <p:sp>
        <p:nvSpPr>
          <p:cNvPr id="13" name="">
            <a:extLst xmlns:a="http://schemas.openxmlformats.org/drawingml/2006/main">
              <a:ext uri="{FF2B5EF4-FFF2-40B4-BE49-F238E27FC236}">
                <a16:creationId xmlns:a16="http://schemas.microsoft.com/office/drawing/2014/main" id="{BA8F02A0-C4DC-4E58-BE17-35F2C0718868}"/>
              </a:ext>
            </a:extLst>
          </p:cNvPr>
          <p:cNvSpPr>
            <a:spLocks xmlns:a="http://schemas.openxmlformats.org/drawingml/2006/main" noGrp="1"/>
          </p:cNvSpPr>
          <p:nvPr/>
        </p:nvSpPr>
        <p:spPr>
          <a:xfrm xmlns:a="http://schemas.openxmlformats.org/drawingml/2006/main">
            <a:off x="2905125" y="3200400"/>
            <a:ext cx="4572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62D42"/>
                </a:solidFill>
              </a:defRPr>
            </a:defPPr>
            <a:lvl1pPr algn="l">
              <a:buNone/>
              <a:defRPr sz="1500" b="0">
                <a:solidFill>
                  <a:srgbClr val="162D42"/>
                </a:solidFill>
              </a:defRPr>
            </a:lvl1pPr>
            <a:lvl2pPr algn="l">
              <a:buNone/>
              <a:defRPr sz="1500" b="0">
                <a:solidFill>
                  <a:srgbClr val="162D42"/>
                </a:solidFill>
              </a:defRPr>
            </a:lvl2pPr>
            <a:lvl3pPr algn="l">
              <a:buNone/>
              <a:defRPr sz="1500" b="0">
                <a:solidFill>
                  <a:srgbClr val="162D42"/>
                </a:solidFill>
              </a:defRPr>
            </a:lvl3pPr>
            <a:lvl4pPr algn="l">
              <a:buNone/>
              <a:defRPr sz="1500" b="0">
                <a:solidFill>
                  <a:srgbClr val="162D42"/>
                </a:solidFill>
              </a:defRPr>
            </a:lvl4pPr>
            <a:lvl5pPr algn="l">
              <a:buNone/>
              <a:defRPr sz="1500" b="0">
                <a:solidFill>
                  <a:srgbClr val="162D42"/>
                </a:solidFill>
              </a:defRPr>
            </a:lvl5pPr>
            <a:lvl6pPr algn="l">
              <a:buNone/>
              <a:defRPr sz="1500" b="0">
                <a:solidFill>
                  <a:srgbClr val="162D42"/>
                </a:solidFill>
              </a:defRPr>
            </a:lvl6pPr>
            <a:lvl7pPr algn="l">
              <a:buNone/>
              <a:defRPr sz="1500" b="0">
                <a:solidFill>
                  <a:srgbClr val="162D42"/>
                </a:solidFill>
              </a:defRPr>
            </a:lvl7pPr>
            <a:lvl8pPr algn="l">
              <a:buNone/>
              <a:defRPr sz="1500" b="0">
                <a:solidFill>
                  <a:srgbClr val="162D42"/>
                </a:solidFill>
              </a:defRPr>
            </a:lvl8pPr>
            <a:lvl9pPr algn="l">
              <a:buNone/>
              <a:defRPr sz="1500" b="0">
                <a:solidFill>
                  <a:srgbClr val="162D42"/>
                </a:solidFill>
              </a:defRPr>
            </a:lvl9pPr>
          </a:lstStyle>
          <a:p xmlns:a="http://schemas.openxmlformats.org/drawingml/2006/main">
            <a:pPr algn="l">
              <a:buNone/>
              <a:defRPr sz="1500" b="0">
                <a:solidFill>
                  <a:srgbClr val="162D42"/>
                </a:solidFill>
              </a:defRPr>
            </a:pPr>
            <a:r>
              <a:rPr sz="1500" b="0">
                <a:solidFill>
                  <a:srgbClr val="162D42"/>
                </a:solidFill>
                <a:latin typeface="Arial"/>
                <a:ea typeface="Arial"/>
                <a:cs typeface="Arial"/>
              </a:rPr>
              <a:t>TLS/Raft, ACL, fallos, Helm y lint</a:t>
            </a:r>
          </a:p>
        </p:txBody>
      </p:sp>
      <p:sp>
        <p:nvSpPr>
          <p:cNvPr id="14" name="">
            <a:extLst xmlns:a="http://schemas.openxmlformats.org/drawingml/2006/main">
              <a:ext uri="{FF2B5EF4-FFF2-40B4-BE49-F238E27FC236}">
                <a16:creationId xmlns:a16="http://schemas.microsoft.com/office/drawing/2014/main" id="{999FA835-6C9D-41EA-B334-25FEC89E4423}"/>
              </a:ext>
            </a:extLst>
          </p:cNvPr>
          <p:cNvSpPr>
            <a:spLocks xmlns:a="http://schemas.openxmlformats.org/drawingml/2006/main" noGrp="1"/>
          </p:cNvSpPr>
          <p:nvPr/>
        </p:nvSpPr>
        <p:spPr>
          <a:xfrm xmlns:a="http://schemas.openxmlformats.org/drawingml/2006/main">
            <a:off x="7810500" y="320040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62D42"/>
                </a:solidFill>
              </a:defRPr>
            </a:defPPr>
            <a:lvl1pPr algn="l">
              <a:buNone/>
              <a:defRPr sz="1500" b="0">
                <a:solidFill>
                  <a:srgbClr val="162D42"/>
                </a:solidFill>
              </a:defRPr>
            </a:lvl1pPr>
            <a:lvl2pPr algn="l">
              <a:buNone/>
              <a:defRPr sz="1500" b="0">
                <a:solidFill>
                  <a:srgbClr val="162D42"/>
                </a:solidFill>
              </a:defRPr>
            </a:lvl2pPr>
            <a:lvl3pPr algn="l">
              <a:buNone/>
              <a:defRPr sz="1500" b="0">
                <a:solidFill>
                  <a:srgbClr val="162D42"/>
                </a:solidFill>
              </a:defRPr>
            </a:lvl3pPr>
            <a:lvl4pPr algn="l">
              <a:buNone/>
              <a:defRPr sz="1500" b="0">
                <a:solidFill>
                  <a:srgbClr val="162D42"/>
                </a:solidFill>
              </a:defRPr>
            </a:lvl4pPr>
            <a:lvl5pPr algn="l">
              <a:buNone/>
              <a:defRPr sz="1500" b="0">
                <a:solidFill>
                  <a:srgbClr val="162D42"/>
                </a:solidFill>
              </a:defRPr>
            </a:lvl5pPr>
            <a:lvl6pPr algn="l">
              <a:buNone/>
              <a:defRPr sz="1500" b="0">
                <a:solidFill>
                  <a:srgbClr val="162D42"/>
                </a:solidFill>
              </a:defRPr>
            </a:lvl6pPr>
            <a:lvl7pPr algn="l">
              <a:buNone/>
              <a:defRPr sz="1500" b="0">
                <a:solidFill>
                  <a:srgbClr val="162D42"/>
                </a:solidFill>
              </a:defRPr>
            </a:lvl7pPr>
            <a:lvl8pPr algn="l">
              <a:buNone/>
              <a:defRPr sz="1500" b="0">
                <a:solidFill>
                  <a:srgbClr val="162D42"/>
                </a:solidFill>
              </a:defRPr>
            </a:lvl8pPr>
            <a:lvl9pPr algn="l">
              <a:buNone/>
              <a:defRPr sz="1500" b="0">
                <a:solidFill>
                  <a:srgbClr val="162D42"/>
                </a:solidFill>
              </a:defRPr>
            </a:lvl9pPr>
          </a:lstStyle>
          <a:p xmlns:a="http://schemas.openxmlformats.org/drawingml/2006/main">
            <a:pPr algn="l">
              <a:buNone/>
              <a:defRPr sz="1500" b="0">
                <a:solidFill>
                  <a:srgbClr val="162D42"/>
                </a:solidFill>
              </a:defRPr>
            </a:pPr>
            <a:r>
              <a:rPr sz="1500" b="0">
                <a:solidFill>
                  <a:srgbClr val="162D42"/>
                </a:solidFill>
                <a:latin typeface="Arial"/>
                <a:ea typeface="Arial"/>
                <a:cs typeface="Arial"/>
              </a:rPr>
              <a:t>29/29 suite Linux reportada</a:t>
            </a:r>
          </a:p>
        </p:txBody>
      </p:sp>
      <p:sp>
        <p:nvSpPr>
          <p:cNvPr id="15" name="">
            <a:extLst xmlns:a="http://schemas.openxmlformats.org/drawingml/2006/main">
              <a:ext uri="{FF2B5EF4-FFF2-40B4-BE49-F238E27FC236}">
                <a16:creationId xmlns:a16="http://schemas.microsoft.com/office/drawing/2014/main" id="{4435E4F2-2230-4944-94BD-90B06C72EA87}"/>
              </a:ext>
            </a:extLst>
          </p:cNvPr>
          <p:cNvSpPr>
            <a:spLocks xmlns:a="http://schemas.openxmlformats.org/drawingml/2006/main" noGrp="1"/>
          </p:cNvSpPr>
          <p:nvPr/>
        </p:nvSpPr>
        <p:spPr>
          <a:xfrm xmlns:a="http://schemas.openxmlformats.org/drawingml/2006/main">
            <a:off x="666750" y="4000500"/>
            <a:ext cx="10715625" cy="0"/>
          </a:xfrm>
          <a:prstGeom xmlns:a="http://schemas.openxmlformats.org/drawingml/2006/main" prst="line">
            <a:avLst/>
          </a:prstGeom>
          <a:noFill xmlns:a="http://schemas.openxmlformats.org/drawingml/2006/main"/>
          <a:ln xmlns:a="http://schemas.openxmlformats.org/drawingml/2006/main" w="19050">
            <a:solidFill>
              <a:srgbClr val="B9CCD8"/>
            </a:solidFill>
            <a:prstDash val="solid"/>
          </a:ln>
        </p:spPr>
      </p:sp>
      <p:sp>
        <p:nvSpPr>
          <p:cNvPr id="16" name="">
            <a:extLst xmlns:a="http://schemas.openxmlformats.org/drawingml/2006/main">
              <a:ext uri="{FF2B5EF4-FFF2-40B4-BE49-F238E27FC236}">
                <a16:creationId xmlns:a16="http://schemas.microsoft.com/office/drawing/2014/main" id="{97772768-72D6-4AA1-B914-84FD4DD04EAA}"/>
              </a:ext>
            </a:extLst>
          </p:cNvPr>
          <p:cNvSpPr>
            <a:spLocks xmlns:a="http://schemas.openxmlformats.org/drawingml/2006/main" noGrp="1"/>
          </p:cNvSpPr>
          <p:nvPr/>
        </p:nvSpPr>
        <p:spPr>
          <a:xfrm xmlns:a="http://schemas.openxmlformats.org/drawingml/2006/main">
            <a:off x="666750" y="41148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0243A"/>
                </a:solidFill>
              </a:defRPr>
            </a:defPPr>
            <a:lvl1pPr algn="l">
              <a:buNone/>
              <a:defRPr sz="1575" b="1">
                <a:solidFill>
                  <a:srgbClr val="10243A"/>
                </a:solidFill>
              </a:defRPr>
            </a:lvl1pPr>
            <a:lvl2pPr algn="l">
              <a:buNone/>
              <a:defRPr sz="1575" b="1">
                <a:solidFill>
                  <a:srgbClr val="10243A"/>
                </a:solidFill>
              </a:defRPr>
            </a:lvl2pPr>
            <a:lvl3pPr algn="l">
              <a:buNone/>
              <a:defRPr sz="1575" b="1">
                <a:solidFill>
                  <a:srgbClr val="10243A"/>
                </a:solidFill>
              </a:defRPr>
            </a:lvl3pPr>
            <a:lvl4pPr algn="l">
              <a:buNone/>
              <a:defRPr sz="1575" b="1">
                <a:solidFill>
                  <a:srgbClr val="10243A"/>
                </a:solidFill>
              </a:defRPr>
            </a:lvl4pPr>
            <a:lvl5pPr algn="l">
              <a:buNone/>
              <a:defRPr sz="1575" b="1">
                <a:solidFill>
                  <a:srgbClr val="10243A"/>
                </a:solidFill>
              </a:defRPr>
            </a:lvl5pPr>
            <a:lvl6pPr algn="l">
              <a:buNone/>
              <a:defRPr sz="1575" b="1">
                <a:solidFill>
                  <a:srgbClr val="10243A"/>
                </a:solidFill>
              </a:defRPr>
            </a:lvl6pPr>
            <a:lvl7pPr algn="l">
              <a:buNone/>
              <a:defRPr sz="1575" b="1">
                <a:solidFill>
                  <a:srgbClr val="10243A"/>
                </a:solidFill>
              </a:defRPr>
            </a:lvl7pPr>
            <a:lvl8pPr algn="l">
              <a:buNone/>
              <a:defRPr sz="1575" b="1">
                <a:solidFill>
                  <a:srgbClr val="10243A"/>
                </a:solidFill>
              </a:defRPr>
            </a:lvl8pPr>
            <a:lvl9pPr algn="l">
              <a:buNone/>
              <a:defRPr sz="1575" b="1">
                <a:solidFill>
                  <a:srgbClr val="10243A"/>
                </a:solidFill>
              </a:defRPr>
            </a:lvl9pPr>
          </a:lstStyle>
          <a:p xmlns:a="http://schemas.openxmlformats.org/drawingml/2006/main">
            <a:pPr algn="l">
              <a:buNone/>
              <a:defRPr sz="1575" b="1">
                <a:solidFill>
                  <a:srgbClr val="10243A"/>
                </a:solidFill>
              </a:defRPr>
            </a:pPr>
            <a:r>
              <a:rPr sz="1575" b="1">
                <a:solidFill>
                  <a:srgbClr val="10243A"/>
                </a:solidFill>
                <a:latin typeface="Arial"/>
                <a:ea typeface="Arial"/>
                <a:cs typeface="Arial"/>
              </a:rPr>
              <a:t>UI de operaciones</a:t>
            </a:r>
          </a:p>
        </p:txBody>
      </p:sp>
      <p:sp>
        <p:nvSpPr>
          <p:cNvPr id="17" name="">
            <a:extLst xmlns:a="http://schemas.openxmlformats.org/drawingml/2006/main">
              <a:ext uri="{FF2B5EF4-FFF2-40B4-BE49-F238E27FC236}">
                <a16:creationId xmlns:a16="http://schemas.microsoft.com/office/drawing/2014/main" id="{8AF4FC08-6F94-4175-85F4-20BFDD4EB0BA}"/>
              </a:ext>
            </a:extLst>
          </p:cNvPr>
          <p:cNvSpPr>
            <a:spLocks xmlns:a="http://schemas.openxmlformats.org/drawingml/2006/main" noGrp="1"/>
          </p:cNvSpPr>
          <p:nvPr/>
        </p:nvSpPr>
        <p:spPr>
          <a:xfrm xmlns:a="http://schemas.openxmlformats.org/drawingml/2006/main">
            <a:off x="2905125" y="4114800"/>
            <a:ext cx="4572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62D42"/>
                </a:solidFill>
              </a:defRPr>
            </a:defPPr>
            <a:lvl1pPr algn="l">
              <a:buNone/>
              <a:defRPr sz="1500" b="0">
                <a:solidFill>
                  <a:srgbClr val="162D42"/>
                </a:solidFill>
              </a:defRPr>
            </a:lvl1pPr>
            <a:lvl2pPr algn="l">
              <a:buNone/>
              <a:defRPr sz="1500" b="0">
                <a:solidFill>
                  <a:srgbClr val="162D42"/>
                </a:solidFill>
              </a:defRPr>
            </a:lvl2pPr>
            <a:lvl3pPr algn="l">
              <a:buNone/>
              <a:defRPr sz="1500" b="0">
                <a:solidFill>
                  <a:srgbClr val="162D42"/>
                </a:solidFill>
              </a:defRPr>
            </a:lvl3pPr>
            <a:lvl4pPr algn="l">
              <a:buNone/>
              <a:defRPr sz="1500" b="0">
                <a:solidFill>
                  <a:srgbClr val="162D42"/>
                </a:solidFill>
              </a:defRPr>
            </a:lvl4pPr>
            <a:lvl5pPr algn="l">
              <a:buNone/>
              <a:defRPr sz="1500" b="0">
                <a:solidFill>
                  <a:srgbClr val="162D42"/>
                </a:solidFill>
              </a:defRPr>
            </a:lvl5pPr>
            <a:lvl6pPr algn="l">
              <a:buNone/>
              <a:defRPr sz="1500" b="0">
                <a:solidFill>
                  <a:srgbClr val="162D42"/>
                </a:solidFill>
              </a:defRPr>
            </a:lvl6pPr>
            <a:lvl7pPr algn="l">
              <a:buNone/>
              <a:defRPr sz="1500" b="0">
                <a:solidFill>
                  <a:srgbClr val="162D42"/>
                </a:solidFill>
              </a:defRPr>
            </a:lvl7pPr>
            <a:lvl8pPr algn="l">
              <a:buNone/>
              <a:defRPr sz="1500" b="0">
                <a:solidFill>
                  <a:srgbClr val="162D42"/>
                </a:solidFill>
              </a:defRPr>
            </a:lvl8pPr>
            <a:lvl9pPr algn="l">
              <a:buNone/>
              <a:defRPr sz="1500" b="0">
                <a:solidFill>
                  <a:srgbClr val="162D42"/>
                </a:solidFill>
              </a:defRPr>
            </a:lvl9pPr>
          </a:lstStyle>
          <a:p xmlns:a="http://schemas.openxmlformats.org/drawingml/2006/main">
            <a:pPr algn="l">
              <a:buNone/>
              <a:defRPr sz="1500" b="0">
                <a:solidFill>
                  <a:srgbClr val="162D42"/>
                </a:solidFill>
              </a:defRPr>
            </a:pPr>
            <a:r>
              <a:rPr sz="1500" b="0">
                <a:solidFill>
                  <a:srgbClr val="162D42"/>
                </a:solidFill>
                <a:latin typeface="Arial"/>
                <a:ea typeface="Arial"/>
                <a:cs typeface="Arial"/>
              </a:rPr>
              <a:t>Navegador escritorio/móvil y colector</a:t>
            </a:r>
          </a:p>
        </p:txBody>
      </p:sp>
      <p:sp>
        <p:nvSpPr>
          <p:cNvPr id="18" name="">
            <a:extLst xmlns:a="http://schemas.openxmlformats.org/drawingml/2006/main">
              <a:ext uri="{FF2B5EF4-FFF2-40B4-BE49-F238E27FC236}">
                <a16:creationId xmlns:a16="http://schemas.microsoft.com/office/drawing/2014/main" id="{21194327-279C-4338-B67E-261441CDA0E2}"/>
              </a:ext>
            </a:extLst>
          </p:cNvPr>
          <p:cNvSpPr>
            <a:spLocks xmlns:a="http://schemas.openxmlformats.org/drawingml/2006/main" noGrp="1"/>
          </p:cNvSpPr>
          <p:nvPr/>
        </p:nvSpPr>
        <p:spPr>
          <a:xfrm xmlns:a="http://schemas.openxmlformats.org/drawingml/2006/main">
            <a:off x="7810500" y="411480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62D42"/>
                </a:solidFill>
              </a:defRPr>
            </a:defPPr>
            <a:lvl1pPr algn="l">
              <a:buNone/>
              <a:defRPr sz="1500" b="0">
                <a:solidFill>
                  <a:srgbClr val="162D42"/>
                </a:solidFill>
              </a:defRPr>
            </a:lvl1pPr>
            <a:lvl2pPr algn="l">
              <a:buNone/>
              <a:defRPr sz="1500" b="0">
                <a:solidFill>
                  <a:srgbClr val="162D42"/>
                </a:solidFill>
              </a:defRPr>
            </a:lvl2pPr>
            <a:lvl3pPr algn="l">
              <a:buNone/>
              <a:defRPr sz="1500" b="0">
                <a:solidFill>
                  <a:srgbClr val="162D42"/>
                </a:solidFill>
              </a:defRPr>
            </a:lvl3pPr>
            <a:lvl4pPr algn="l">
              <a:buNone/>
              <a:defRPr sz="1500" b="0">
                <a:solidFill>
                  <a:srgbClr val="162D42"/>
                </a:solidFill>
              </a:defRPr>
            </a:lvl4pPr>
            <a:lvl5pPr algn="l">
              <a:buNone/>
              <a:defRPr sz="1500" b="0">
                <a:solidFill>
                  <a:srgbClr val="162D42"/>
                </a:solidFill>
              </a:defRPr>
            </a:lvl5pPr>
            <a:lvl6pPr algn="l">
              <a:buNone/>
              <a:defRPr sz="1500" b="0">
                <a:solidFill>
                  <a:srgbClr val="162D42"/>
                </a:solidFill>
              </a:defRPr>
            </a:lvl6pPr>
            <a:lvl7pPr algn="l">
              <a:buNone/>
              <a:defRPr sz="1500" b="0">
                <a:solidFill>
                  <a:srgbClr val="162D42"/>
                </a:solidFill>
              </a:defRPr>
            </a:lvl7pPr>
            <a:lvl8pPr algn="l">
              <a:buNone/>
              <a:defRPr sz="1500" b="0">
                <a:solidFill>
                  <a:srgbClr val="162D42"/>
                </a:solidFill>
              </a:defRPr>
            </a:lvl8pPr>
            <a:lvl9pPr algn="l">
              <a:buNone/>
              <a:defRPr sz="1500" b="0">
                <a:solidFill>
                  <a:srgbClr val="162D42"/>
                </a:solidFill>
              </a:defRPr>
            </a:lvl9pPr>
          </a:lstStyle>
          <a:p xmlns:a="http://schemas.openxmlformats.org/drawingml/2006/main">
            <a:pPr algn="l">
              <a:buNone/>
              <a:defRPr sz="1500" b="0">
                <a:solidFill>
                  <a:srgbClr val="162D42"/>
                </a:solidFill>
              </a:defRPr>
            </a:pPr>
            <a:r>
              <a:rPr sz="1500" b="0">
                <a:solidFill>
                  <a:srgbClr val="162D42"/>
                </a:solidFill>
                <a:latin typeface="Arial"/>
                <a:ea typeface="Arial"/>
                <a:cs typeface="Arial"/>
              </a:rPr>
              <a:t>Local; Ansible localhost</a:t>
            </a:r>
          </a:p>
        </p:txBody>
      </p:sp>
      <p:sp>
        <p:nvSpPr>
          <p:cNvPr id="19" name="">
            <a:extLst xmlns:a="http://schemas.openxmlformats.org/drawingml/2006/main">
              <a:ext uri="{FF2B5EF4-FFF2-40B4-BE49-F238E27FC236}">
                <a16:creationId xmlns:a16="http://schemas.microsoft.com/office/drawing/2014/main" id="{07B8B8BB-AE6B-4D8B-BF91-8A7A9A024DD5}"/>
              </a:ext>
            </a:extLst>
          </p:cNvPr>
          <p:cNvSpPr>
            <a:spLocks xmlns:a="http://schemas.openxmlformats.org/drawingml/2006/main" noGrp="1"/>
          </p:cNvSpPr>
          <p:nvPr/>
        </p:nvSpPr>
        <p:spPr>
          <a:xfrm xmlns:a="http://schemas.openxmlformats.org/drawingml/2006/main">
            <a:off x="666750" y="4914900"/>
            <a:ext cx="10715625" cy="0"/>
          </a:xfrm>
          <a:prstGeom xmlns:a="http://schemas.openxmlformats.org/drawingml/2006/main" prst="line">
            <a:avLst/>
          </a:prstGeom>
          <a:noFill xmlns:a="http://schemas.openxmlformats.org/drawingml/2006/main"/>
          <a:ln xmlns:a="http://schemas.openxmlformats.org/drawingml/2006/main" w="19050">
            <a:solidFill>
              <a:srgbClr val="B9CCD8"/>
            </a:solidFill>
            <a:prstDash val="solid"/>
          </a:ln>
        </p:spPr>
      </p:sp>
      <p:sp>
        <p:nvSpPr>
          <p:cNvPr id="20" name="">
            <a:extLst xmlns:a="http://schemas.openxmlformats.org/drawingml/2006/main">
              <a:ext uri="{FF2B5EF4-FFF2-40B4-BE49-F238E27FC236}">
                <a16:creationId xmlns:a16="http://schemas.microsoft.com/office/drawing/2014/main" id="{5F56B9DC-948D-414C-AE04-EDE0E25D3836}"/>
              </a:ext>
            </a:extLst>
          </p:cNvPr>
          <p:cNvSpPr>
            <a:spLocks xmlns:a="http://schemas.openxmlformats.org/drawingml/2006/main" noGrp="1"/>
          </p:cNvSpPr>
          <p:nvPr/>
        </p:nvSpPr>
        <p:spPr>
          <a:xfrm xmlns:a="http://schemas.openxmlformats.org/drawingml/2006/main">
            <a:off x="666750" y="5029200"/>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10243A"/>
                </a:solidFill>
              </a:defRPr>
            </a:defPPr>
            <a:lvl1pPr algn="l">
              <a:buNone/>
              <a:defRPr sz="1575" b="1">
                <a:solidFill>
                  <a:srgbClr val="10243A"/>
                </a:solidFill>
              </a:defRPr>
            </a:lvl1pPr>
            <a:lvl2pPr algn="l">
              <a:buNone/>
              <a:defRPr sz="1575" b="1">
                <a:solidFill>
                  <a:srgbClr val="10243A"/>
                </a:solidFill>
              </a:defRPr>
            </a:lvl2pPr>
            <a:lvl3pPr algn="l">
              <a:buNone/>
              <a:defRPr sz="1575" b="1">
                <a:solidFill>
                  <a:srgbClr val="10243A"/>
                </a:solidFill>
              </a:defRPr>
            </a:lvl3pPr>
            <a:lvl4pPr algn="l">
              <a:buNone/>
              <a:defRPr sz="1575" b="1">
                <a:solidFill>
                  <a:srgbClr val="10243A"/>
                </a:solidFill>
              </a:defRPr>
            </a:lvl4pPr>
            <a:lvl5pPr algn="l">
              <a:buNone/>
              <a:defRPr sz="1575" b="1">
                <a:solidFill>
                  <a:srgbClr val="10243A"/>
                </a:solidFill>
              </a:defRPr>
            </a:lvl5pPr>
            <a:lvl6pPr algn="l">
              <a:buNone/>
              <a:defRPr sz="1575" b="1">
                <a:solidFill>
                  <a:srgbClr val="10243A"/>
                </a:solidFill>
              </a:defRPr>
            </a:lvl6pPr>
            <a:lvl7pPr algn="l">
              <a:buNone/>
              <a:defRPr sz="1575" b="1">
                <a:solidFill>
                  <a:srgbClr val="10243A"/>
                </a:solidFill>
              </a:defRPr>
            </a:lvl7pPr>
            <a:lvl8pPr algn="l">
              <a:buNone/>
              <a:defRPr sz="1575" b="1">
                <a:solidFill>
                  <a:srgbClr val="10243A"/>
                </a:solidFill>
              </a:defRPr>
            </a:lvl8pPr>
            <a:lvl9pPr algn="l">
              <a:buNone/>
              <a:defRPr sz="1575" b="1">
                <a:solidFill>
                  <a:srgbClr val="10243A"/>
                </a:solidFill>
              </a:defRPr>
            </a:lvl9pPr>
          </a:lstStyle>
          <a:p xmlns:a="http://schemas.openxmlformats.org/drawingml/2006/main">
            <a:pPr algn="l">
              <a:buNone/>
              <a:defRPr sz="1575" b="1">
                <a:solidFill>
                  <a:srgbClr val="10243A"/>
                </a:solidFill>
              </a:defRPr>
            </a:pPr>
            <a:r>
              <a:rPr sz="1575" b="1">
                <a:solidFill>
                  <a:srgbClr val="10243A"/>
                </a:solidFill>
                <a:latin typeface="Arial"/>
                <a:ea typeface="Arial"/>
                <a:cs typeface="Arial"/>
              </a:rPr>
              <a:t>AWS real</a:t>
            </a:r>
          </a:p>
        </p:txBody>
      </p:sp>
      <p:sp>
        <p:nvSpPr>
          <p:cNvPr id="21" name="">
            <a:extLst xmlns:a="http://schemas.openxmlformats.org/drawingml/2006/main">
              <a:ext uri="{FF2B5EF4-FFF2-40B4-BE49-F238E27FC236}">
                <a16:creationId xmlns:a16="http://schemas.microsoft.com/office/drawing/2014/main" id="{7FB65D69-DFC3-4EB6-ADB8-3CF8906CC928}"/>
              </a:ext>
            </a:extLst>
          </p:cNvPr>
          <p:cNvSpPr>
            <a:spLocks xmlns:a="http://schemas.openxmlformats.org/drawingml/2006/main" noGrp="1"/>
          </p:cNvSpPr>
          <p:nvPr/>
        </p:nvSpPr>
        <p:spPr>
          <a:xfrm xmlns:a="http://schemas.openxmlformats.org/drawingml/2006/main">
            <a:off x="2905125" y="5029200"/>
            <a:ext cx="4572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62D42"/>
                </a:solidFill>
              </a:defRPr>
            </a:defPPr>
            <a:lvl1pPr algn="l">
              <a:buNone/>
              <a:defRPr sz="1500" b="0">
                <a:solidFill>
                  <a:srgbClr val="162D42"/>
                </a:solidFill>
              </a:defRPr>
            </a:lvl1pPr>
            <a:lvl2pPr algn="l">
              <a:buNone/>
              <a:defRPr sz="1500" b="0">
                <a:solidFill>
                  <a:srgbClr val="162D42"/>
                </a:solidFill>
              </a:defRPr>
            </a:lvl2pPr>
            <a:lvl3pPr algn="l">
              <a:buNone/>
              <a:defRPr sz="1500" b="0">
                <a:solidFill>
                  <a:srgbClr val="162D42"/>
                </a:solidFill>
              </a:defRPr>
            </a:lvl3pPr>
            <a:lvl4pPr algn="l">
              <a:buNone/>
              <a:defRPr sz="1500" b="0">
                <a:solidFill>
                  <a:srgbClr val="162D42"/>
                </a:solidFill>
              </a:defRPr>
            </a:lvl4pPr>
            <a:lvl5pPr algn="l">
              <a:buNone/>
              <a:defRPr sz="1500" b="0">
                <a:solidFill>
                  <a:srgbClr val="162D42"/>
                </a:solidFill>
              </a:defRPr>
            </a:lvl5pPr>
            <a:lvl6pPr algn="l">
              <a:buNone/>
              <a:defRPr sz="1500" b="0">
                <a:solidFill>
                  <a:srgbClr val="162D42"/>
                </a:solidFill>
              </a:defRPr>
            </a:lvl6pPr>
            <a:lvl7pPr algn="l">
              <a:buNone/>
              <a:defRPr sz="1500" b="0">
                <a:solidFill>
                  <a:srgbClr val="162D42"/>
                </a:solidFill>
              </a:defRPr>
            </a:lvl7pPr>
            <a:lvl8pPr algn="l">
              <a:buNone/>
              <a:defRPr sz="1500" b="0">
                <a:solidFill>
                  <a:srgbClr val="162D42"/>
                </a:solidFill>
              </a:defRPr>
            </a:lvl8pPr>
            <a:lvl9pPr algn="l">
              <a:buNone/>
              <a:defRPr sz="1500" b="0">
                <a:solidFill>
                  <a:srgbClr val="162D42"/>
                </a:solidFill>
              </a:defRPr>
            </a:lvl9pPr>
          </a:lstStyle>
          <a:p xmlns:a="http://schemas.openxmlformats.org/drawingml/2006/main">
            <a:pPr algn="l">
              <a:buNone/>
              <a:defRPr sz="1500" b="0">
                <a:solidFill>
                  <a:srgbClr val="162D42"/>
                </a:solidFill>
              </a:defRPr>
            </a:pPr>
            <a:r>
              <a:rPr sz="1500" b="0">
                <a:solidFill>
                  <a:srgbClr val="162D42"/>
                </a:solidFill>
                <a:latin typeface="Arial"/>
                <a:ea typeface="Arial"/>
                <a:cs typeface="Arial"/>
              </a:rPr>
              <a:t>SSM, OIDC, EKS, smoke y rollback</a:t>
            </a:r>
          </a:p>
        </p:txBody>
      </p:sp>
      <p:sp>
        <p:nvSpPr>
          <p:cNvPr id="22" name="">
            <a:extLst xmlns:a="http://schemas.openxmlformats.org/drawingml/2006/main">
              <a:ext uri="{FF2B5EF4-FFF2-40B4-BE49-F238E27FC236}">
                <a16:creationId xmlns:a16="http://schemas.microsoft.com/office/drawing/2014/main" id="{31238A9E-823E-4F92-9392-AE07B4F50F5B}"/>
              </a:ext>
            </a:extLst>
          </p:cNvPr>
          <p:cNvSpPr>
            <a:spLocks xmlns:a="http://schemas.openxmlformats.org/drawingml/2006/main" noGrp="1"/>
          </p:cNvSpPr>
          <p:nvPr/>
        </p:nvSpPr>
        <p:spPr>
          <a:xfrm xmlns:a="http://schemas.openxmlformats.org/drawingml/2006/main">
            <a:off x="7810500" y="502920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9B5C00"/>
                </a:solidFill>
              </a:defRPr>
            </a:defPPr>
            <a:lvl1pPr algn="l">
              <a:buNone/>
              <a:defRPr sz="1500" b="0">
                <a:solidFill>
                  <a:srgbClr val="9B5C00"/>
                </a:solidFill>
              </a:defRPr>
            </a:lvl1pPr>
            <a:lvl2pPr algn="l">
              <a:buNone/>
              <a:defRPr sz="1500" b="0">
                <a:solidFill>
                  <a:srgbClr val="9B5C00"/>
                </a:solidFill>
              </a:defRPr>
            </a:lvl2pPr>
            <a:lvl3pPr algn="l">
              <a:buNone/>
              <a:defRPr sz="1500" b="0">
                <a:solidFill>
                  <a:srgbClr val="9B5C00"/>
                </a:solidFill>
              </a:defRPr>
            </a:lvl3pPr>
            <a:lvl4pPr algn="l">
              <a:buNone/>
              <a:defRPr sz="1500" b="0">
                <a:solidFill>
                  <a:srgbClr val="9B5C00"/>
                </a:solidFill>
              </a:defRPr>
            </a:lvl4pPr>
            <a:lvl5pPr algn="l">
              <a:buNone/>
              <a:defRPr sz="1500" b="0">
                <a:solidFill>
                  <a:srgbClr val="9B5C00"/>
                </a:solidFill>
              </a:defRPr>
            </a:lvl5pPr>
            <a:lvl6pPr algn="l">
              <a:buNone/>
              <a:defRPr sz="1500" b="0">
                <a:solidFill>
                  <a:srgbClr val="9B5C00"/>
                </a:solidFill>
              </a:defRPr>
            </a:lvl6pPr>
            <a:lvl7pPr algn="l">
              <a:buNone/>
              <a:defRPr sz="1500" b="0">
                <a:solidFill>
                  <a:srgbClr val="9B5C00"/>
                </a:solidFill>
              </a:defRPr>
            </a:lvl7pPr>
            <a:lvl8pPr algn="l">
              <a:buNone/>
              <a:defRPr sz="1500" b="0">
                <a:solidFill>
                  <a:srgbClr val="9B5C00"/>
                </a:solidFill>
              </a:defRPr>
            </a:lvl8pPr>
            <a:lvl9pPr algn="l">
              <a:buNone/>
              <a:defRPr sz="1500" b="0">
                <a:solidFill>
                  <a:srgbClr val="9B5C00"/>
                </a:solidFill>
              </a:defRPr>
            </a:lvl9pPr>
          </a:lstStyle>
          <a:p xmlns:a="http://schemas.openxmlformats.org/drawingml/2006/main">
            <a:pPr algn="l">
              <a:buNone/>
              <a:defRPr sz="1500" b="0">
                <a:solidFill>
                  <a:srgbClr val="9B5C00"/>
                </a:solidFill>
              </a:defRPr>
            </a:pPr>
            <a:r>
              <a:rPr sz="1500" b="0">
                <a:solidFill>
                  <a:srgbClr val="9B5C00"/>
                </a:solidFill>
                <a:latin typeface="Arial"/>
                <a:ea typeface="Arial"/>
                <a:cs typeface="Arial"/>
              </a:rPr>
              <a:t>Evidencia remota pendiente</a:t>
            </a:r>
          </a:p>
        </p:txBody>
      </p:sp>
    </p:spTree>
    <p:extLst>
      <p:ext uri="{BB962C8B-B14F-4D97-AF65-F5344CB8AC3E}">
        <p14:creationId xmlns:p14="http://schemas.microsoft.com/office/powerpoint/2010/main" val="9731675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6C9876A-DDF6-4E96-A528-AB69CD22FCF6}"/>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Autenticación y autorización</a:t>
            </a:r>
          </a:p>
        </p:txBody>
      </p:sp>
      <p:sp>
        <p:nvSpPr>
          <p:cNvPr id="2" name="">
            <a:extLst xmlns:a="http://schemas.openxmlformats.org/drawingml/2006/main">
              <a:ext uri="{FF2B5EF4-FFF2-40B4-BE49-F238E27FC236}">
                <a16:creationId xmlns:a16="http://schemas.microsoft.com/office/drawing/2014/main" id="{1DAAD5D2-AAEB-458D-A7FE-B031A488290F}"/>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27CE31D4-1707-40D4-9350-D78D764099FB}"/>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4FD777A3-C3D7-4C42-9947-7A1CF7382920}"/>
              </a:ext>
            </a:extLst>
          </p:cNvPr>
          <p:cNvSpPr>
            <a:spLocks xmlns:a="http://schemas.openxmlformats.org/drawingml/2006/main" noGrp="1"/>
          </p:cNvSpPr>
          <p:nvPr/>
        </p:nvSpPr>
        <p:spPr>
          <a:xfrm xmlns:a="http://schemas.openxmlformats.org/drawingml/2006/main">
            <a:off x="666750" y="16859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Inicio de sesión</a:t>
            </a:r>
          </a:p>
        </p:txBody>
      </p:sp>
      <p:sp>
        <p:nvSpPr>
          <p:cNvPr id="5" name="">
            <a:extLst xmlns:a="http://schemas.openxmlformats.org/drawingml/2006/main">
              <a:ext uri="{FF2B5EF4-FFF2-40B4-BE49-F238E27FC236}">
                <a16:creationId xmlns:a16="http://schemas.microsoft.com/office/drawing/2014/main" id="{D856B26E-5638-4080-8AA3-D0D0ECCBCC45}"/>
              </a:ext>
            </a:extLst>
          </p:cNvPr>
          <p:cNvSpPr>
            <a:spLocks xmlns:a="http://schemas.openxmlformats.org/drawingml/2006/main" noGrp="1"/>
          </p:cNvSpPr>
          <p:nvPr/>
        </p:nvSpPr>
        <p:spPr>
          <a:xfrm xmlns:a="http://schemas.openxmlformats.org/drawingml/2006/main">
            <a:off x="3190875" y="16668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El backend verifica el hash de contraseña, limita intentos por correo y crea una sesión opaca de 24 horas.</a:t>
            </a:r>
          </a:p>
        </p:txBody>
      </p:sp>
      <p:sp>
        <p:nvSpPr>
          <p:cNvPr id="6" name="">
            <a:extLst xmlns:a="http://schemas.openxmlformats.org/drawingml/2006/main">
              <a:ext uri="{FF2B5EF4-FFF2-40B4-BE49-F238E27FC236}">
                <a16:creationId xmlns:a16="http://schemas.microsoft.com/office/drawing/2014/main" id="{A50E813F-EA5C-4D6C-AB69-A8F77A8E1252}"/>
              </a:ext>
            </a:extLst>
          </p:cNvPr>
          <p:cNvSpPr>
            <a:spLocks xmlns:a="http://schemas.openxmlformats.org/drawingml/2006/main" noGrp="1"/>
          </p:cNvSpPr>
          <p:nvPr/>
        </p:nvSpPr>
        <p:spPr>
          <a:xfrm xmlns:a="http://schemas.openxmlformats.org/drawingml/2006/main">
            <a:off x="666750" y="26289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7" name="">
            <a:extLst xmlns:a="http://schemas.openxmlformats.org/drawingml/2006/main">
              <a:ext uri="{FF2B5EF4-FFF2-40B4-BE49-F238E27FC236}">
                <a16:creationId xmlns:a16="http://schemas.microsoft.com/office/drawing/2014/main" id="{298BF798-5B3B-4B2F-9B80-A4466D7FECBD}"/>
              </a:ext>
            </a:extLst>
          </p:cNvPr>
          <p:cNvSpPr>
            <a:spLocks xmlns:a="http://schemas.openxmlformats.org/drawingml/2006/main" noGrp="1"/>
          </p:cNvSpPr>
          <p:nvPr/>
        </p:nvSpPr>
        <p:spPr>
          <a:xfrm xmlns:a="http://schemas.openxmlformats.org/drawingml/2006/main">
            <a:off x="666750" y="27336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Cookie y CSRF</a:t>
            </a:r>
          </a:p>
        </p:txBody>
      </p:sp>
      <p:sp>
        <p:nvSpPr>
          <p:cNvPr id="8" name="">
            <a:extLst xmlns:a="http://schemas.openxmlformats.org/drawingml/2006/main">
              <a:ext uri="{FF2B5EF4-FFF2-40B4-BE49-F238E27FC236}">
                <a16:creationId xmlns:a16="http://schemas.microsoft.com/office/drawing/2014/main" id="{5CAFF32F-66B6-4F21-87E4-39D2BA2F0288}"/>
              </a:ext>
            </a:extLst>
          </p:cNvPr>
          <p:cNvSpPr>
            <a:spLocks xmlns:a="http://schemas.openxmlformats.org/drawingml/2006/main" noGrp="1"/>
          </p:cNvSpPr>
          <p:nvPr/>
        </p:nvSpPr>
        <p:spPr>
          <a:xfrm xmlns:a="http://schemas.openxmlformats.org/drawingml/2006/main">
            <a:off x="3190875" y="27146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El frontend usa HttpOnly y SameSite. En modo backend, Secure está activo por defecto; las mutaciones validan token CSRF.</a:t>
            </a:r>
          </a:p>
        </p:txBody>
      </p:sp>
      <p:sp>
        <p:nvSpPr>
          <p:cNvPr id="9" name="">
            <a:extLst xmlns:a="http://schemas.openxmlformats.org/drawingml/2006/main">
              <a:ext uri="{FF2B5EF4-FFF2-40B4-BE49-F238E27FC236}">
                <a16:creationId xmlns:a16="http://schemas.microsoft.com/office/drawing/2014/main" id="{FBE4C0F2-E15F-4EA7-9617-4C649BC644A6}"/>
              </a:ext>
            </a:extLst>
          </p:cNvPr>
          <p:cNvSpPr>
            <a:spLocks xmlns:a="http://schemas.openxmlformats.org/drawingml/2006/main" noGrp="1"/>
          </p:cNvSpPr>
          <p:nvPr/>
        </p:nvSpPr>
        <p:spPr>
          <a:xfrm xmlns:a="http://schemas.openxmlformats.org/drawingml/2006/main">
            <a:off x="666750" y="367665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0" name="">
            <a:extLst xmlns:a="http://schemas.openxmlformats.org/drawingml/2006/main">
              <a:ext uri="{FF2B5EF4-FFF2-40B4-BE49-F238E27FC236}">
                <a16:creationId xmlns:a16="http://schemas.microsoft.com/office/drawing/2014/main" id="{9807C596-B069-4CDC-9BA0-F93FB8129E4B}"/>
              </a:ext>
            </a:extLst>
          </p:cNvPr>
          <p:cNvSpPr>
            <a:spLocks xmlns:a="http://schemas.openxmlformats.org/drawingml/2006/main" noGrp="1"/>
          </p:cNvSpPr>
          <p:nvPr/>
        </p:nvSpPr>
        <p:spPr>
          <a:xfrm xmlns:a="http://schemas.openxmlformats.org/drawingml/2006/main">
            <a:off x="666750" y="37814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Permisos</a:t>
            </a:r>
          </a:p>
        </p:txBody>
      </p:sp>
      <p:sp>
        <p:nvSpPr>
          <p:cNvPr id="11" name="">
            <a:extLst xmlns:a="http://schemas.openxmlformats.org/drawingml/2006/main">
              <a:ext uri="{FF2B5EF4-FFF2-40B4-BE49-F238E27FC236}">
                <a16:creationId xmlns:a16="http://schemas.microsoft.com/office/drawing/2014/main" id="{8A2E1091-A287-41C0-87EA-B5A1D76EF7D7}"/>
              </a:ext>
            </a:extLst>
          </p:cNvPr>
          <p:cNvSpPr>
            <a:spLocks xmlns:a="http://schemas.openxmlformats.org/drawingml/2006/main" noGrp="1"/>
          </p:cNvSpPr>
          <p:nvPr/>
        </p:nvSpPr>
        <p:spPr>
          <a:xfrm xmlns:a="http://schemas.openxmlformats.org/drawingml/2006/main">
            <a:off x="3190875" y="37623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Las rutas del panel exigen sesión. El backend verifica el rol admin para escrituras y reportes operativos.</a:t>
            </a:r>
          </a:p>
        </p:txBody>
      </p:sp>
      <p:sp>
        <p:nvSpPr>
          <p:cNvPr id="12" name="">
            <a:extLst xmlns:a="http://schemas.openxmlformats.org/drawingml/2006/main">
              <a:ext uri="{FF2B5EF4-FFF2-40B4-BE49-F238E27FC236}">
                <a16:creationId xmlns:a16="http://schemas.microsoft.com/office/drawing/2014/main" id="{22F7A783-906C-49D9-AAC9-BE1538045F43}"/>
              </a:ext>
            </a:extLst>
          </p:cNvPr>
          <p:cNvSpPr>
            <a:spLocks xmlns:a="http://schemas.openxmlformats.org/drawingml/2006/main" noGrp="1"/>
          </p:cNvSpPr>
          <p:nvPr/>
        </p:nvSpPr>
        <p:spPr>
          <a:xfrm xmlns:a="http://schemas.openxmlformats.org/drawingml/2006/main">
            <a:off x="666750" y="47244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3" name="">
            <a:extLst xmlns:a="http://schemas.openxmlformats.org/drawingml/2006/main">
              <a:ext uri="{FF2B5EF4-FFF2-40B4-BE49-F238E27FC236}">
                <a16:creationId xmlns:a16="http://schemas.microsoft.com/office/drawing/2014/main" id="{DAE7EBE9-18C4-4626-9F62-1B3C5E8F48B3}"/>
              </a:ext>
            </a:extLst>
          </p:cNvPr>
          <p:cNvSpPr>
            <a:spLocks xmlns:a="http://schemas.openxmlformats.org/drawingml/2006/main" noGrp="1"/>
          </p:cNvSpPr>
          <p:nvPr/>
        </p:nvSpPr>
        <p:spPr>
          <a:xfrm xmlns:a="http://schemas.openxmlformats.org/drawingml/2006/main">
            <a:off x="666750" y="48291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Sesión durable</a:t>
            </a:r>
          </a:p>
        </p:txBody>
      </p:sp>
      <p:sp>
        <p:nvSpPr>
          <p:cNvPr id="14" name="">
            <a:extLst xmlns:a="http://schemas.openxmlformats.org/drawingml/2006/main">
              <a:ext uri="{FF2B5EF4-FFF2-40B4-BE49-F238E27FC236}">
                <a16:creationId xmlns:a16="http://schemas.microsoft.com/office/drawing/2014/main" id="{F900A337-F9CE-45DC-A9CD-243306BB9E35}"/>
              </a:ext>
            </a:extLst>
          </p:cNvPr>
          <p:cNvSpPr>
            <a:spLocks xmlns:a="http://schemas.openxmlformats.org/drawingml/2006/main" noGrp="1"/>
          </p:cNvSpPr>
          <p:nvPr/>
        </p:nvSpPr>
        <p:spPr>
          <a:xfrm xmlns:a="http://schemas.openxmlformats.org/drawingml/2006/main">
            <a:off x="3190875" y="48101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PostgreSQL guarda solo el hash del token. Las sesiones sobreviven a reinicios y se invalidan al cerrar sesión.</a:t>
            </a:r>
          </a:p>
        </p:txBody>
      </p:sp>
    </p:spTree>
    <p:extLst>
      <p:ext uri="{BB962C8B-B14F-4D97-AF65-F5344CB8AC3E}">
        <p14:creationId xmlns:p14="http://schemas.microsoft.com/office/powerpoint/2010/main" val="937425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DF354AB-5EAE-4A46-A08A-90350BD6F31E}"/>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Integridad de datos y checkout</a:t>
            </a:r>
          </a:p>
        </p:txBody>
      </p:sp>
      <p:sp>
        <p:nvSpPr>
          <p:cNvPr id="2" name="">
            <a:extLst xmlns:a="http://schemas.openxmlformats.org/drawingml/2006/main">
              <a:ext uri="{FF2B5EF4-FFF2-40B4-BE49-F238E27FC236}">
                <a16:creationId xmlns:a16="http://schemas.microsoft.com/office/drawing/2014/main" id="{98DC9A3A-C6EF-4E93-A729-6AC2908027AE}"/>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9CBC64BF-A115-4CFD-9889-5A62E8B26E43}"/>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83ACBF99-9260-435B-B513-92C195DF8A90}"/>
              </a:ext>
            </a:extLst>
          </p:cNvPr>
          <p:cNvSpPr>
            <a:spLocks xmlns:a="http://schemas.openxmlformats.org/drawingml/2006/main" noGrp="1"/>
          </p:cNvSpPr>
          <p:nvPr/>
        </p:nvSpPr>
        <p:spPr>
          <a:xfrm xmlns:a="http://schemas.openxmlformats.org/drawingml/2006/main">
            <a:off x="666750" y="16859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Fuente de datos</a:t>
            </a:r>
          </a:p>
        </p:txBody>
      </p:sp>
      <p:sp>
        <p:nvSpPr>
          <p:cNvPr id="5" name="">
            <a:extLst xmlns:a="http://schemas.openxmlformats.org/drawingml/2006/main">
              <a:ext uri="{FF2B5EF4-FFF2-40B4-BE49-F238E27FC236}">
                <a16:creationId xmlns:a16="http://schemas.microsoft.com/office/drawing/2014/main" id="{A8F18F3D-9C83-4ABF-8A05-C9E36DEE2828}"/>
              </a:ext>
            </a:extLst>
          </p:cNvPr>
          <p:cNvSpPr>
            <a:spLocks xmlns:a="http://schemas.openxmlformats.org/drawingml/2006/main" noGrp="1"/>
          </p:cNvSpPr>
          <p:nvPr/>
        </p:nvSpPr>
        <p:spPr>
          <a:xfrm xmlns:a="http://schemas.openxmlformats.org/drawingml/2006/main">
            <a:off x="3190875" y="16668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PostgreSQL concentra catálogo, inventario, pedidos, usuarios y sesiones. El frontend no escribe SQL.</a:t>
            </a:r>
          </a:p>
        </p:txBody>
      </p:sp>
      <p:sp>
        <p:nvSpPr>
          <p:cNvPr id="6" name="">
            <a:extLst xmlns:a="http://schemas.openxmlformats.org/drawingml/2006/main">
              <a:ext uri="{FF2B5EF4-FFF2-40B4-BE49-F238E27FC236}">
                <a16:creationId xmlns:a16="http://schemas.microsoft.com/office/drawing/2014/main" id="{A6A4A410-03FD-4C38-8E92-C98FA1A37AB8}"/>
              </a:ext>
            </a:extLst>
          </p:cNvPr>
          <p:cNvSpPr>
            <a:spLocks xmlns:a="http://schemas.openxmlformats.org/drawingml/2006/main" noGrp="1"/>
          </p:cNvSpPr>
          <p:nvPr/>
        </p:nvSpPr>
        <p:spPr>
          <a:xfrm xmlns:a="http://schemas.openxmlformats.org/drawingml/2006/main">
            <a:off x="666750" y="26289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7" name="">
            <a:extLst xmlns:a="http://schemas.openxmlformats.org/drawingml/2006/main">
              <a:ext uri="{FF2B5EF4-FFF2-40B4-BE49-F238E27FC236}">
                <a16:creationId xmlns:a16="http://schemas.microsoft.com/office/drawing/2014/main" id="{CB77A620-6BDF-4D29-BAC2-7BB7BBBDA287}"/>
              </a:ext>
            </a:extLst>
          </p:cNvPr>
          <p:cNvSpPr>
            <a:spLocks xmlns:a="http://schemas.openxmlformats.org/drawingml/2006/main" noGrp="1"/>
          </p:cNvSpPr>
          <p:nvPr/>
        </p:nvSpPr>
        <p:spPr>
          <a:xfrm xmlns:a="http://schemas.openxmlformats.org/drawingml/2006/main">
            <a:off x="666750" y="27336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Stock</a:t>
            </a:r>
          </a:p>
        </p:txBody>
      </p:sp>
      <p:sp>
        <p:nvSpPr>
          <p:cNvPr id="8" name="">
            <a:extLst xmlns:a="http://schemas.openxmlformats.org/drawingml/2006/main">
              <a:ext uri="{FF2B5EF4-FFF2-40B4-BE49-F238E27FC236}">
                <a16:creationId xmlns:a16="http://schemas.microsoft.com/office/drawing/2014/main" id="{B77AB0AA-AD1C-41C5-BF5B-4A315D9A1F43}"/>
              </a:ext>
            </a:extLst>
          </p:cNvPr>
          <p:cNvSpPr>
            <a:spLocks xmlns:a="http://schemas.openxmlformats.org/drawingml/2006/main" noGrp="1"/>
          </p:cNvSpPr>
          <p:nvPr/>
        </p:nvSpPr>
        <p:spPr>
          <a:xfrm xmlns:a="http://schemas.openxmlformats.org/drawingml/2006/main">
            <a:off x="3190875" y="27146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El backend valida precio y reserva unidades dentro de una transacción; rechaza stock negativo y cambios concurrentes.</a:t>
            </a:r>
          </a:p>
        </p:txBody>
      </p:sp>
      <p:sp>
        <p:nvSpPr>
          <p:cNvPr id="9" name="">
            <a:extLst xmlns:a="http://schemas.openxmlformats.org/drawingml/2006/main">
              <a:ext uri="{FF2B5EF4-FFF2-40B4-BE49-F238E27FC236}">
                <a16:creationId xmlns:a16="http://schemas.microsoft.com/office/drawing/2014/main" id="{1569D428-AAF4-4835-9C2C-FA839A2767BE}"/>
              </a:ext>
            </a:extLst>
          </p:cNvPr>
          <p:cNvSpPr>
            <a:spLocks xmlns:a="http://schemas.openxmlformats.org/drawingml/2006/main" noGrp="1"/>
          </p:cNvSpPr>
          <p:nvPr/>
        </p:nvSpPr>
        <p:spPr>
          <a:xfrm xmlns:a="http://schemas.openxmlformats.org/drawingml/2006/main">
            <a:off x="666750" y="367665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0" name="">
            <a:extLst xmlns:a="http://schemas.openxmlformats.org/drawingml/2006/main">
              <a:ext uri="{FF2B5EF4-FFF2-40B4-BE49-F238E27FC236}">
                <a16:creationId xmlns:a16="http://schemas.microsoft.com/office/drawing/2014/main" id="{DC8EC401-3B8C-4E16-9BE4-384B6BE01A8B}"/>
              </a:ext>
            </a:extLst>
          </p:cNvPr>
          <p:cNvSpPr>
            <a:spLocks xmlns:a="http://schemas.openxmlformats.org/drawingml/2006/main" noGrp="1"/>
          </p:cNvSpPr>
          <p:nvPr/>
        </p:nvSpPr>
        <p:spPr>
          <a:xfrm xmlns:a="http://schemas.openxmlformats.org/drawingml/2006/main">
            <a:off x="666750" y="37814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Cobro idempotente</a:t>
            </a:r>
          </a:p>
        </p:txBody>
      </p:sp>
      <p:sp>
        <p:nvSpPr>
          <p:cNvPr id="11" name="">
            <a:extLst xmlns:a="http://schemas.openxmlformats.org/drawingml/2006/main">
              <a:ext uri="{FF2B5EF4-FFF2-40B4-BE49-F238E27FC236}">
                <a16:creationId xmlns:a16="http://schemas.microsoft.com/office/drawing/2014/main" id="{1C16D45D-52B1-40B0-9F2D-2E4B9C16EE0E}"/>
              </a:ext>
            </a:extLst>
          </p:cNvPr>
          <p:cNvSpPr>
            <a:spLocks xmlns:a="http://schemas.openxmlformats.org/drawingml/2006/main" noGrp="1"/>
          </p:cNvSpPr>
          <p:nvPr/>
        </p:nvSpPr>
        <p:spPr>
          <a:xfrm xmlns:a="http://schemas.openxmlformats.org/drawingml/2006/main">
            <a:off x="3190875" y="37623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La llave de compra identifica reintentos. Un estado de pago ambiguo conserva la reserva y bloquea un segundo cobro.</a:t>
            </a:r>
          </a:p>
        </p:txBody>
      </p:sp>
      <p:sp>
        <p:nvSpPr>
          <p:cNvPr id="12" name="">
            <a:extLst xmlns:a="http://schemas.openxmlformats.org/drawingml/2006/main">
              <a:ext uri="{FF2B5EF4-FFF2-40B4-BE49-F238E27FC236}">
                <a16:creationId xmlns:a16="http://schemas.microsoft.com/office/drawing/2014/main" id="{945DE927-3B5F-4751-AFDE-91BEAE2DE8DB}"/>
              </a:ext>
            </a:extLst>
          </p:cNvPr>
          <p:cNvSpPr>
            <a:spLocks xmlns:a="http://schemas.openxmlformats.org/drawingml/2006/main" noGrp="1"/>
          </p:cNvSpPr>
          <p:nvPr/>
        </p:nvSpPr>
        <p:spPr>
          <a:xfrm xmlns:a="http://schemas.openxmlformats.org/drawingml/2006/main">
            <a:off x="666750" y="47244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3" name="">
            <a:extLst xmlns:a="http://schemas.openxmlformats.org/drawingml/2006/main">
              <a:ext uri="{FF2B5EF4-FFF2-40B4-BE49-F238E27FC236}">
                <a16:creationId xmlns:a16="http://schemas.microsoft.com/office/drawing/2014/main" id="{AB96B083-1DF6-4571-82E6-C5DDCC47EFBC}"/>
              </a:ext>
            </a:extLst>
          </p:cNvPr>
          <p:cNvSpPr>
            <a:spLocks xmlns:a="http://schemas.openxmlformats.org/drawingml/2006/main" noGrp="1"/>
          </p:cNvSpPr>
          <p:nvPr/>
        </p:nvSpPr>
        <p:spPr>
          <a:xfrm xmlns:a="http://schemas.openxmlformats.org/drawingml/2006/main">
            <a:off x="666750" y="48291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Datos sensibles</a:t>
            </a:r>
          </a:p>
        </p:txBody>
      </p:sp>
      <p:sp>
        <p:nvSpPr>
          <p:cNvPr id="14" name="">
            <a:extLst xmlns:a="http://schemas.openxmlformats.org/drawingml/2006/main">
              <a:ext uri="{FF2B5EF4-FFF2-40B4-BE49-F238E27FC236}">
                <a16:creationId xmlns:a16="http://schemas.microsoft.com/office/drawing/2014/main" id="{117146AA-67B8-4022-9A90-868BD53D2DEF}"/>
              </a:ext>
            </a:extLst>
          </p:cNvPr>
          <p:cNvSpPr>
            <a:spLocks xmlns:a="http://schemas.openxmlformats.org/drawingml/2006/main" noGrp="1"/>
          </p:cNvSpPr>
          <p:nvPr/>
        </p:nvSpPr>
        <p:spPr>
          <a:xfrm xmlns:a="http://schemas.openxmlformats.org/drawingml/2006/main">
            <a:off x="3190875" y="48101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El pedido conserva referencia y últimos cuatro dígitos. El servicio de pago evita registrar el request completo.</a:t>
            </a:r>
          </a:p>
        </p:txBody>
      </p:sp>
    </p:spTree>
    <p:extLst>
      <p:ext uri="{BB962C8B-B14F-4D97-AF65-F5344CB8AC3E}">
        <p14:creationId xmlns:p14="http://schemas.microsoft.com/office/powerpoint/2010/main" val="10858654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FBB444B-E950-4354-8EF0-81D3EC08F6AE}"/>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UI administrativa y observabilidad</a:t>
            </a:r>
          </a:p>
        </p:txBody>
      </p:sp>
      <p:sp>
        <p:nvSpPr>
          <p:cNvPr id="2" name="">
            <a:extLst xmlns:a="http://schemas.openxmlformats.org/drawingml/2006/main">
              <a:ext uri="{FF2B5EF4-FFF2-40B4-BE49-F238E27FC236}">
                <a16:creationId xmlns:a16="http://schemas.microsoft.com/office/drawing/2014/main" id="{33634A2B-8CAD-492A-AFA3-14FEA3909D26}"/>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65C55D88-8582-467F-AA36-3E9E72E1A91C}"/>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CB7B9E6B-43C5-4E00-9F41-21440E959ABF}"/>
              </a:ext>
            </a:extLst>
          </p:cNvPr>
          <p:cNvSpPr>
            <a:spLocks xmlns:a="http://schemas.openxmlformats.org/drawingml/2006/main" noGrp="1"/>
          </p:cNvSpPr>
          <p:nvPr/>
        </p:nvSpPr>
        <p:spPr>
          <a:xfrm xmlns:a="http://schemas.openxmlformats.org/drawingml/2006/main">
            <a:off x="666750" y="16192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1">
                <a:solidFill>
                  <a:srgbClr val="145F91"/>
                </a:solidFill>
                <a:latin typeface="Arial"/>
                <a:ea typeface="Arial"/>
                <a:cs typeface="Arial"/>
              </a:defRPr>
            </a:defPPr>
            <a:lvl1pPr algn="l">
              <a:defRPr sz="1950" b="1">
                <a:solidFill>
                  <a:srgbClr val="145F91"/>
                </a:solidFill>
                <a:latin typeface="Arial"/>
                <a:ea typeface="Arial"/>
                <a:cs typeface="Arial"/>
              </a:defRPr>
            </a:lvl1pPr>
            <a:lvl2pPr algn="l">
              <a:defRPr sz="1950" b="1">
                <a:solidFill>
                  <a:srgbClr val="145F91"/>
                </a:solidFill>
                <a:latin typeface="Arial"/>
                <a:ea typeface="Arial"/>
                <a:cs typeface="Arial"/>
              </a:defRPr>
            </a:lvl2pPr>
            <a:lvl3pPr algn="l">
              <a:defRPr sz="1950" b="1">
                <a:solidFill>
                  <a:srgbClr val="145F91"/>
                </a:solidFill>
                <a:latin typeface="Arial"/>
                <a:ea typeface="Arial"/>
                <a:cs typeface="Arial"/>
              </a:defRPr>
            </a:lvl3pPr>
            <a:lvl4pPr algn="l">
              <a:defRPr sz="1950" b="1">
                <a:solidFill>
                  <a:srgbClr val="145F91"/>
                </a:solidFill>
                <a:latin typeface="Arial"/>
                <a:ea typeface="Arial"/>
                <a:cs typeface="Arial"/>
              </a:defRPr>
            </a:lvl4pPr>
            <a:lvl5pPr algn="l">
              <a:defRPr sz="1950" b="1">
                <a:solidFill>
                  <a:srgbClr val="145F91"/>
                </a:solidFill>
                <a:latin typeface="Arial"/>
                <a:ea typeface="Arial"/>
                <a:cs typeface="Arial"/>
              </a:defRPr>
            </a:lvl5pPr>
            <a:lvl6pPr algn="l">
              <a:defRPr sz="1950" b="1">
                <a:solidFill>
                  <a:srgbClr val="145F91"/>
                </a:solidFill>
                <a:latin typeface="Arial"/>
                <a:ea typeface="Arial"/>
                <a:cs typeface="Arial"/>
              </a:defRPr>
            </a:lvl6pPr>
            <a:lvl7pPr algn="l">
              <a:defRPr sz="1950" b="1">
                <a:solidFill>
                  <a:srgbClr val="145F91"/>
                </a:solidFill>
                <a:latin typeface="Arial"/>
                <a:ea typeface="Arial"/>
                <a:cs typeface="Arial"/>
              </a:defRPr>
            </a:lvl7pPr>
            <a:lvl8pPr algn="l">
              <a:defRPr sz="1950" b="1">
                <a:solidFill>
                  <a:srgbClr val="145F91"/>
                </a:solidFill>
                <a:latin typeface="Arial"/>
                <a:ea typeface="Arial"/>
                <a:cs typeface="Arial"/>
              </a:defRPr>
            </a:lvl8pPr>
            <a:lvl9pPr algn="l">
              <a:defRPr sz="1950" b="1">
                <a:solidFill>
                  <a:srgbClr val="145F91"/>
                </a:solidFill>
                <a:latin typeface="Arial"/>
                <a:ea typeface="Arial"/>
                <a:cs typeface="Arial"/>
              </a:defRPr>
            </a:lvl9pPr>
          </a:lstStyle>
          <a:p xmlns:a="http://schemas.openxmlformats.org/drawingml/2006/main">
            <a:pPr algn="l">
              <a:defRPr sz="1950" b="1">
                <a:solidFill>
                  <a:srgbClr val="145F91"/>
                </a:solidFill>
                <a:latin typeface="Arial"/>
                <a:ea typeface="Arial"/>
                <a:cs typeface="Arial"/>
              </a:defRPr>
            </a:pPr>
            <a:r>
              <a:rPr sz="1950" b="1">
                <a:solidFill>
                  <a:srgbClr val="145F91"/>
                </a:solidFill>
                <a:latin typeface="Arial"/>
                <a:ea typeface="Arial"/>
                <a:cs typeface="Arial"/>
              </a:rPr>
              <a:t>Operación comercial</a:t>
            </a:r>
          </a:p>
        </p:txBody>
      </p:sp>
      <p:sp>
        <p:nvSpPr>
          <p:cNvPr id="5" name="">
            <a:extLst xmlns:a="http://schemas.openxmlformats.org/drawingml/2006/main">
              <a:ext uri="{FF2B5EF4-FFF2-40B4-BE49-F238E27FC236}">
                <a16:creationId xmlns:a16="http://schemas.microsoft.com/office/drawing/2014/main" id="{77DC0E4F-E12F-45FC-BD40-889C77319C1A}"/>
              </a:ext>
            </a:extLst>
          </p:cNvPr>
          <p:cNvSpPr>
            <a:spLocks xmlns:a="http://schemas.openxmlformats.org/drawingml/2006/main" noGrp="1"/>
          </p:cNvSpPr>
          <p:nvPr/>
        </p:nvSpPr>
        <p:spPr>
          <a:xfrm xmlns:a="http://schemas.openxmlformats.org/drawingml/2006/main">
            <a:off x="6286500" y="1619250"/>
            <a:ext cx="500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1">
                <a:solidFill>
                  <a:srgbClr val="145F91"/>
                </a:solidFill>
                <a:latin typeface="Arial"/>
                <a:ea typeface="Arial"/>
                <a:cs typeface="Arial"/>
              </a:defRPr>
            </a:defPPr>
            <a:lvl1pPr algn="l">
              <a:defRPr sz="1950" b="1">
                <a:solidFill>
                  <a:srgbClr val="145F91"/>
                </a:solidFill>
                <a:latin typeface="Arial"/>
                <a:ea typeface="Arial"/>
                <a:cs typeface="Arial"/>
              </a:defRPr>
            </a:lvl1pPr>
            <a:lvl2pPr algn="l">
              <a:defRPr sz="1950" b="1">
                <a:solidFill>
                  <a:srgbClr val="145F91"/>
                </a:solidFill>
                <a:latin typeface="Arial"/>
                <a:ea typeface="Arial"/>
                <a:cs typeface="Arial"/>
              </a:defRPr>
            </a:lvl2pPr>
            <a:lvl3pPr algn="l">
              <a:defRPr sz="1950" b="1">
                <a:solidFill>
                  <a:srgbClr val="145F91"/>
                </a:solidFill>
                <a:latin typeface="Arial"/>
                <a:ea typeface="Arial"/>
                <a:cs typeface="Arial"/>
              </a:defRPr>
            </a:lvl3pPr>
            <a:lvl4pPr algn="l">
              <a:defRPr sz="1950" b="1">
                <a:solidFill>
                  <a:srgbClr val="145F91"/>
                </a:solidFill>
                <a:latin typeface="Arial"/>
                <a:ea typeface="Arial"/>
                <a:cs typeface="Arial"/>
              </a:defRPr>
            </a:lvl4pPr>
            <a:lvl5pPr algn="l">
              <a:defRPr sz="1950" b="1">
                <a:solidFill>
                  <a:srgbClr val="145F91"/>
                </a:solidFill>
                <a:latin typeface="Arial"/>
                <a:ea typeface="Arial"/>
                <a:cs typeface="Arial"/>
              </a:defRPr>
            </a:lvl5pPr>
            <a:lvl6pPr algn="l">
              <a:defRPr sz="1950" b="1">
                <a:solidFill>
                  <a:srgbClr val="145F91"/>
                </a:solidFill>
                <a:latin typeface="Arial"/>
                <a:ea typeface="Arial"/>
                <a:cs typeface="Arial"/>
              </a:defRPr>
            </a:lvl6pPr>
            <a:lvl7pPr algn="l">
              <a:defRPr sz="1950" b="1">
                <a:solidFill>
                  <a:srgbClr val="145F91"/>
                </a:solidFill>
                <a:latin typeface="Arial"/>
                <a:ea typeface="Arial"/>
                <a:cs typeface="Arial"/>
              </a:defRPr>
            </a:lvl7pPr>
            <a:lvl8pPr algn="l">
              <a:defRPr sz="1950" b="1">
                <a:solidFill>
                  <a:srgbClr val="145F91"/>
                </a:solidFill>
                <a:latin typeface="Arial"/>
                <a:ea typeface="Arial"/>
                <a:cs typeface="Arial"/>
              </a:defRPr>
            </a:lvl8pPr>
            <a:lvl9pPr algn="l">
              <a:defRPr sz="1950" b="1">
                <a:solidFill>
                  <a:srgbClr val="145F91"/>
                </a:solidFill>
                <a:latin typeface="Arial"/>
                <a:ea typeface="Arial"/>
                <a:cs typeface="Arial"/>
              </a:defRPr>
            </a:lvl9pPr>
          </a:lstStyle>
          <a:p xmlns:a="http://schemas.openxmlformats.org/drawingml/2006/main">
            <a:pPr algn="l">
              <a:defRPr sz="1950" b="1">
                <a:solidFill>
                  <a:srgbClr val="145F91"/>
                </a:solidFill>
                <a:latin typeface="Arial"/>
                <a:ea typeface="Arial"/>
                <a:cs typeface="Arial"/>
              </a:defRPr>
            </a:pPr>
            <a:r>
              <a:rPr sz="1950" b="1">
                <a:solidFill>
                  <a:srgbClr val="145F91"/>
                </a:solidFill>
                <a:latin typeface="Arial"/>
                <a:ea typeface="Arial"/>
                <a:cs typeface="Arial"/>
              </a:rPr>
              <a:t>Operación de infraestructura</a:t>
            </a:r>
          </a:p>
        </p:txBody>
      </p:sp>
      <p:sp>
        <p:nvSpPr>
          <p:cNvPr id="6" name="">
            <a:extLst xmlns:a="http://schemas.openxmlformats.org/drawingml/2006/main">
              <a:ext uri="{FF2B5EF4-FFF2-40B4-BE49-F238E27FC236}">
                <a16:creationId xmlns:a16="http://schemas.microsoft.com/office/drawing/2014/main" id="{4E2A9E4F-D558-45CE-87DA-289059412B28}"/>
              </a:ext>
            </a:extLst>
          </p:cNvPr>
          <p:cNvSpPr>
            <a:spLocks xmlns:a="http://schemas.openxmlformats.org/drawingml/2006/main" noGrp="1"/>
          </p:cNvSpPr>
          <p:nvPr/>
        </p:nvSpPr>
        <p:spPr>
          <a:xfrm xmlns:a="http://schemas.openxmlformats.org/drawingml/2006/main">
            <a:off x="5953125" y="1619250"/>
            <a:ext cx="0" cy="0"/>
          </a:xfrm>
          <a:prstGeom xmlns:a="http://schemas.openxmlformats.org/drawingml/2006/main" prst="line">
            <a:avLst/>
          </a:prstGeom>
          <a:noFill xmlns:a="http://schemas.openxmlformats.org/drawingml/2006/main"/>
          <a:ln xmlns:a="http://schemas.openxmlformats.org/drawingml/2006/main" w="14288">
            <a:solidFill>
              <a:srgbClr val="B7CFDB"/>
            </a:solidFill>
            <a:prstDash val="solid"/>
          </a:ln>
        </p:spPr>
      </p:sp>
      <p:sp>
        <p:nvSpPr>
          <p:cNvPr id="7" name="">
            <a:extLst xmlns:a="http://schemas.openxmlformats.org/drawingml/2006/main">
              <a:ext uri="{FF2B5EF4-FFF2-40B4-BE49-F238E27FC236}">
                <a16:creationId xmlns:a16="http://schemas.microsoft.com/office/drawing/2014/main" id="{96B19698-8C09-4AEB-8A4E-E4CCEA3D315C}"/>
              </a:ext>
            </a:extLst>
          </p:cNvPr>
          <p:cNvSpPr>
            <a:spLocks xmlns:a="http://schemas.openxmlformats.org/drawingml/2006/main" noGrp="1"/>
          </p:cNvSpPr>
          <p:nvPr/>
        </p:nvSpPr>
        <p:spPr>
          <a:xfrm xmlns:a="http://schemas.openxmlformats.org/drawingml/2006/main">
            <a:off x="666750" y="22860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Dashboard con ventas confirmadas, actividad y productos de mayor movimiento. Los KPI provienen de PostgreSQL en modo integrado.</a:t>
            </a:r>
          </a:p>
        </p:txBody>
      </p:sp>
      <p:sp>
        <p:nvSpPr>
          <p:cNvPr id="8" name="">
            <a:extLst xmlns:a="http://schemas.openxmlformats.org/drawingml/2006/main">
              <a:ext uri="{FF2B5EF4-FFF2-40B4-BE49-F238E27FC236}">
                <a16:creationId xmlns:a16="http://schemas.microsoft.com/office/drawing/2014/main" id="{A154CCEE-48D7-401E-BD65-AB5035CC9C76}"/>
              </a:ext>
            </a:extLst>
          </p:cNvPr>
          <p:cNvSpPr>
            <a:spLocks xmlns:a="http://schemas.openxmlformats.org/drawingml/2006/main" noGrp="1"/>
          </p:cNvSpPr>
          <p:nvPr/>
        </p:nvSpPr>
        <p:spPr>
          <a:xfrm xmlns:a="http://schemas.openxmlformats.org/drawingml/2006/main">
            <a:off x="666750" y="3362325"/>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Catálogo, inventario y pedidos ofrecen filtros, paginación, cambios con versión y exportación CSV.</a:t>
            </a:r>
          </a:p>
        </p:txBody>
      </p:sp>
      <p:sp>
        <p:nvSpPr>
          <p:cNvPr id="9" name="">
            <a:extLst xmlns:a="http://schemas.openxmlformats.org/drawingml/2006/main">
              <a:ext uri="{FF2B5EF4-FFF2-40B4-BE49-F238E27FC236}">
                <a16:creationId xmlns:a16="http://schemas.microsoft.com/office/drawing/2014/main" id="{E4176D23-3E77-40D6-B02C-A948CF5757C8}"/>
              </a:ext>
            </a:extLst>
          </p:cNvPr>
          <p:cNvSpPr>
            <a:spLocks xmlns:a="http://schemas.openxmlformats.org/drawingml/2006/main" noGrp="1"/>
          </p:cNvSpPr>
          <p:nvPr/>
        </p:nvSpPr>
        <p:spPr>
          <a:xfrm xmlns:a="http://schemas.openxmlformats.org/drawingml/2006/main">
            <a:off x="666750" y="443865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El navegador recibe HTML renderizado por el frontend Go y envía cambios a una API privada.</a:t>
            </a:r>
          </a:p>
        </p:txBody>
      </p:sp>
      <p:sp>
        <p:nvSpPr>
          <p:cNvPr id="10" name="">
            <a:extLst xmlns:a="http://schemas.openxmlformats.org/drawingml/2006/main">
              <a:ext uri="{FF2B5EF4-FFF2-40B4-BE49-F238E27FC236}">
                <a16:creationId xmlns:a16="http://schemas.microsoft.com/office/drawing/2014/main" id="{492F415C-AFB6-4CE5-8252-133F62D46F75}"/>
              </a:ext>
            </a:extLst>
          </p:cNvPr>
          <p:cNvSpPr>
            <a:spLocks xmlns:a="http://schemas.openxmlformats.org/drawingml/2006/main" noGrp="1"/>
          </p:cNvSpPr>
          <p:nvPr/>
        </p:nvSpPr>
        <p:spPr>
          <a:xfrm xmlns:a="http://schemas.openxmlformats.org/drawingml/2006/main">
            <a:off x="6286500" y="2286000"/>
            <a:ext cx="5000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/admin/vault muestra salud HTTPS, sellado, versión y antigüedad de la lectura. Señala estados sin datos.</a:t>
            </a:r>
          </a:p>
        </p:txBody>
      </p:sp>
      <p:sp>
        <p:nvSpPr>
          <p:cNvPr id="11" name="">
            <a:extLst xmlns:a="http://schemas.openxmlformats.org/drawingml/2006/main">
              <a:ext uri="{FF2B5EF4-FFF2-40B4-BE49-F238E27FC236}">
                <a16:creationId xmlns:a16="http://schemas.microsoft.com/office/drawing/2014/main" id="{F2044D4D-190F-403B-858A-D86DC32ED4D2}"/>
              </a:ext>
            </a:extLst>
          </p:cNvPr>
          <p:cNvSpPr>
            <a:spLocks xmlns:a="http://schemas.openxmlformats.org/drawingml/2006/main" noGrp="1"/>
          </p:cNvSpPr>
          <p:nvPr/>
        </p:nvSpPr>
        <p:spPr>
          <a:xfrm xmlns:a="http://schemas.openxmlformats.org/drawingml/2006/main">
            <a:off x="6286500" y="3362325"/>
            <a:ext cx="5000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/admin/ansible muestra hasta 30 ejecuciones y 400 eventos por reporte, con filtro, pausa y descarga.</a:t>
            </a:r>
          </a:p>
        </p:txBody>
      </p:sp>
      <p:sp>
        <p:nvSpPr>
          <p:cNvPr id="12" name="">
            <a:extLst xmlns:a="http://schemas.openxmlformats.org/drawingml/2006/main">
              <a:ext uri="{FF2B5EF4-FFF2-40B4-BE49-F238E27FC236}">
                <a16:creationId xmlns:a16="http://schemas.microsoft.com/office/drawing/2014/main" id="{0816A8D2-BAAB-488B-A2FB-87914C447BD9}"/>
              </a:ext>
            </a:extLst>
          </p:cNvPr>
          <p:cNvSpPr>
            <a:spLocks xmlns:a="http://schemas.openxmlformats.org/drawingml/2006/main" noGrp="1"/>
          </p:cNvSpPr>
          <p:nvPr/>
        </p:nvSpPr>
        <p:spPr>
          <a:xfrm xmlns:a="http://schemas.openxmlformats.org/drawingml/2006/main">
            <a:off x="6286500" y="4438650"/>
            <a:ext cx="5000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Los reportes se actualizan cada 5 segundos cuando la pestaña está visible. Los usuarios viewer no acceden.</a:t>
            </a:r>
          </a:p>
        </p:txBody>
      </p:sp>
    </p:spTree>
    <p:extLst>
      <p:ext uri="{BB962C8B-B14F-4D97-AF65-F5344CB8AC3E}">
        <p14:creationId xmlns:p14="http://schemas.microsoft.com/office/powerpoint/2010/main" val="3514036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A5805B-D13F-46D8-97FA-B387C3EF5A1E}"/>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Accesibilidad de la interfaz</a:t>
            </a:r>
          </a:p>
        </p:txBody>
      </p:sp>
      <p:sp>
        <p:nvSpPr>
          <p:cNvPr id="2" name="">
            <a:extLst xmlns:a="http://schemas.openxmlformats.org/drawingml/2006/main">
              <a:ext uri="{FF2B5EF4-FFF2-40B4-BE49-F238E27FC236}">
                <a16:creationId xmlns:a16="http://schemas.microsoft.com/office/drawing/2014/main" id="{B694C133-817E-4E23-9282-D2C27C29E142}"/>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CFB732B4-AB20-495B-B586-FA0B2E5EF841}"/>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54EC7BBC-15D8-4103-898E-E2F7A2E37D90}"/>
              </a:ext>
            </a:extLst>
          </p:cNvPr>
          <p:cNvSpPr>
            <a:spLocks xmlns:a="http://schemas.openxmlformats.org/drawingml/2006/main" noGrp="1"/>
          </p:cNvSpPr>
          <p:nvPr/>
        </p:nvSpPr>
        <p:spPr>
          <a:xfrm xmlns:a="http://schemas.openxmlformats.org/drawingml/2006/main">
            <a:off x="666750" y="16192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1">
                <a:solidFill>
                  <a:srgbClr val="145F91"/>
                </a:solidFill>
                <a:latin typeface="Arial"/>
                <a:ea typeface="Arial"/>
                <a:cs typeface="Arial"/>
              </a:defRPr>
            </a:defPPr>
            <a:lvl1pPr algn="l">
              <a:defRPr sz="1950" b="1">
                <a:solidFill>
                  <a:srgbClr val="145F91"/>
                </a:solidFill>
                <a:latin typeface="Arial"/>
                <a:ea typeface="Arial"/>
                <a:cs typeface="Arial"/>
              </a:defRPr>
            </a:lvl1pPr>
            <a:lvl2pPr algn="l">
              <a:defRPr sz="1950" b="1">
                <a:solidFill>
                  <a:srgbClr val="145F91"/>
                </a:solidFill>
                <a:latin typeface="Arial"/>
                <a:ea typeface="Arial"/>
                <a:cs typeface="Arial"/>
              </a:defRPr>
            </a:lvl2pPr>
            <a:lvl3pPr algn="l">
              <a:defRPr sz="1950" b="1">
                <a:solidFill>
                  <a:srgbClr val="145F91"/>
                </a:solidFill>
                <a:latin typeface="Arial"/>
                <a:ea typeface="Arial"/>
                <a:cs typeface="Arial"/>
              </a:defRPr>
            </a:lvl3pPr>
            <a:lvl4pPr algn="l">
              <a:defRPr sz="1950" b="1">
                <a:solidFill>
                  <a:srgbClr val="145F91"/>
                </a:solidFill>
                <a:latin typeface="Arial"/>
                <a:ea typeface="Arial"/>
                <a:cs typeface="Arial"/>
              </a:defRPr>
            </a:lvl4pPr>
            <a:lvl5pPr algn="l">
              <a:defRPr sz="1950" b="1">
                <a:solidFill>
                  <a:srgbClr val="145F91"/>
                </a:solidFill>
                <a:latin typeface="Arial"/>
                <a:ea typeface="Arial"/>
                <a:cs typeface="Arial"/>
              </a:defRPr>
            </a:lvl5pPr>
            <a:lvl6pPr algn="l">
              <a:defRPr sz="1950" b="1">
                <a:solidFill>
                  <a:srgbClr val="145F91"/>
                </a:solidFill>
                <a:latin typeface="Arial"/>
                <a:ea typeface="Arial"/>
                <a:cs typeface="Arial"/>
              </a:defRPr>
            </a:lvl6pPr>
            <a:lvl7pPr algn="l">
              <a:defRPr sz="1950" b="1">
                <a:solidFill>
                  <a:srgbClr val="145F91"/>
                </a:solidFill>
                <a:latin typeface="Arial"/>
                <a:ea typeface="Arial"/>
                <a:cs typeface="Arial"/>
              </a:defRPr>
            </a:lvl7pPr>
            <a:lvl8pPr algn="l">
              <a:defRPr sz="1950" b="1">
                <a:solidFill>
                  <a:srgbClr val="145F91"/>
                </a:solidFill>
                <a:latin typeface="Arial"/>
                <a:ea typeface="Arial"/>
                <a:cs typeface="Arial"/>
              </a:defRPr>
            </a:lvl8pPr>
            <a:lvl9pPr algn="l">
              <a:defRPr sz="1950" b="1">
                <a:solidFill>
                  <a:srgbClr val="145F91"/>
                </a:solidFill>
                <a:latin typeface="Arial"/>
                <a:ea typeface="Arial"/>
                <a:cs typeface="Arial"/>
              </a:defRPr>
            </a:lvl9pPr>
          </a:lstStyle>
          <a:p xmlns:a="http://schemas.openxmlformats.org/drawingml/2006/main">
            <a:pPr algn="l">
              <a:defRPr sz="1950" b="1">
                <a:solidFill>
                  <a:srgbClr val="145F91"/>
                </a:solidFill>
                <a:latin typeface="Arial"/>
                <a:ea typeface="Arial"/>
                <a:cs typeface="Arial"/>
              </a:defRPr>
            </a:pPr>
            <a:r>
              <a:rPr sz="1950" b="1">
                <a:solidFill>
                  <a:srgbClr val="145F91"/>
                </a:solidFill>
                <a:latin typeface="Arial"/>
                <a:ea typeface="Arial"/>
                <a:cs typeface="Arial"/>
              </a:rPr>
              <a:t>Patrones implementados</a:t>
            </a:r>
          </a:p>
        </p:txBody>
      </p:sp>
      <p:sp>
        <p:nvSpPr>
          <p:cNvPr id="5" name="">
            <a:extLst xmlns:a="http://schemas.openxmlformats.org/drawingml/2006/main">
              <a:ext uri="{FF2B5EF4-FFF2-40B4-BE49-F238E27FC236}">
                <a16:creationId xmlns:a16="http://schemas.microsoft.com/office/drawing/2014/main" id="{6388C4EF-CA34-445D-A54F-F713D5FF6574}"/>
              </a:ext>
            </a:extLst>
          </p:cNvPr>
          <p:cNvSpPr>
            <a:spLocks xmlns:a="http://schemas.openxmlformats.org/drawingml/2006/main" noGrp="1"/>
          </p:cNvSpPr>
          <p:nvPr/>
        </p:nvSpPr>
        <p:spPr>
          <a:xfrm xmlns:a="http://schemas.openxmlformats.org/drawingml/2006/main">
            <a:off x="6286500" y="1619250"/>
            <a:ext cx="500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1">
                <a:solidFill>
                  <a:srgbClr val="145F91"/>
                </a:solidFill>
                <a:latin typeface="Arial"/>
                <a:ea typeface="Arial"/>
                <a:cs typeface="Arial"/>
              </a:defRPr>
            </a:defPPr>
            <a:lvl1pPr algn="l">
              <a:defRPr sz="1950" b="1">
                <a:solidFill>
                  <a:srgbClr val="145F91"/>
                </a:solidFill>
                <a:latin typeface="Arial"/>
                <a:ea typeface="Arial"/>
                <a:cs typeface="Arial"/>
              </a:defRPr>
            </a:lvl1pPr>
            <a:lvl2pPr algn="l">
              <a:defRPr sz="1950" b="1">
                <a:solidFill>
                  <a:srgbClr val="145F91"/>
                </a:solidFill>
                <a:latin typeface="Arial"/>
                <a:ea typeface="Arial"/>
                <a:cs typeface="Arial"/>
              </a:defRPr>
            </a:lvl2pPr>
            <a:lvl3pPr algn="l">
              <a:defRPr sz="1950" b="1">
                <a:solidFill>
                  <a:srgbClr val="145F91"/>
                </a:solidFill>
                <a:latin typeface="Arial"/>
                <a:ea typeface="Arial"/>
                <a:cs typeface="Arial"/>
              </a:defRPr>
            </a:lvl3pPr>
            <a:lvl4pPr algn="l">
              <a:defRPr sz="1950" b="1">
                <a:solidFill>
                  <a:srgbClr val="145F91"/>
                </a:solidFill>
                <a:latin typeface="Arial"/>
                <a:ea typeface="Arial"/>
                <a:cs typeface="Arial"/>
              </a:defRPr>
            </a:lvl4pPr>
            <a:lvl5pPr algn="l">
              <a:defRPr sz="1950" b="1">
                <a:solidFill>
                  <a:srgbClr val="145F91"/>
                </a:solidFill>
                <a:latin typeface="Arial"/>
                <a:ea typeface="Arial"/>
                <a:cs typeface="Arial"/>
              </a:defRPr>
            </a:lvl5pPr>
            <a:lvl6pPr algn="l">
              <a:defRPr sz="1950" b="1">
                <a:solidFill>
                  <a:srgbClr val="145F91"/>
                </a:solidFill>
                <a:latin typeface="Arial"/>
                <a:ea typeface="Arial"/>
                <a:cs typeface="Arial"/>
              </a:defRPr>
            </a:lvl6pPr>
            <a:lvl7pPr algn="l">
              <a:defRPr sz="1950" b="1">
                <a:solidFill>
                  <a:srgbClr val="145F91"/>
                </a:solidFill>
                <a:latin typeface="Arial"/>
                <a:ea typeface="Arial"/>
                <a:cs typeface="Arial"/>
              </a:defRPr>
            </a:lvl7pPr>
            <a:lvl8pPr algn="l">
              <a:defRPr sz="1950" b="1">
                <a:solidFill>
                  <a:srgbClr val="145F91"/>
                </a:solidFill>
                <a:latin typeface="Arial"/>
                <a:ea typeface="Arial"/>
                <a:cs typeface="Arial"/>
              </a:defRPr>
            </a:lvl8pPr>
            <a:lvl9pPr algn="l">
              <a:defRPr sz="1950" b="1">
                <a:solidFill>
                  <a:srgbClr val="145F91"/>
                </a:solidFill>
                <a:latin typeface="Arial"/>
                <a:ea typeface="Arial"/>
                <a:cs typeface="Arial"/>
              </a:defRPr>
            </a:lvl9pPr>
          </a:lstStyle>
          <a:p xmlns:a="http://schemas.openxmlformats.org/drawingml/2006/main">
            <a:pPr algn="l">
              <a:defRPr sz="1950" b="1">
                <a:solidFill>
                  <a:srgbClr val="145F91"/>
                </a:solidFill>
                <a:latin typeface="Arial"/>
                <a:ea typeface="Arial"/>
                <a:cs typeface="Arial"/>
              </a:defRPr>
            </a:pPr>
            <a:r>
              <a:rPr sz="1950" b="1">
                <a:solidFill>
                  <a:srgbClr val="145F91"/>
                </a:solidFill>
                <a:latin typeface="Arial"/>
                <a:ea typeface="Arial"/>
                <a:cs typeface="Arial"/>
              </a:rPr>
              <a:t>Comprobación y límites</a:t>
            </a:r>
          </a:p>
        </p:txBody>
      </p:sp>
      <p:sp>
        <p:nvSpPr>
          <p:cNvPr id="6" name="">
            <a:extLst xmlns:a="http://schemas.openxmlformats.org/drawingml/2006/main">
              <a:ext uri="{FF2B5EF4-FFF2-40B4-BE49-F238E27FC236}">
                <a16:creationId xmlns:a16="http://schemas.microsoft.com/office/drawing/2014/main" id="{2401B36F-A151-4C32-8933-EB12437BB05F}"/>
              </a:ext>
            </a:extLst>
          </p:cNvPr>
          <p:cNvSpPr>
            <a:spLocks xmlns:a="http://schemas.openxmlformats.org/drawingml/2006/main" noGrp="1"/>
          </p:cNvSpPr>
          <p:nvPr/>
        </p:nvSpPr>
        <p:spPr>
          <a:xfrm xmlns:a="http://schemas.openxmlformats.org/drawingml/2006/main">
            <a:off x="5953125" y="1619250"/>
            <a:ext cx="0" cy="0"/>
          </a:xfrm>
          <a:prstGeom xmlns:a="http://schemas.openxmlformats.org/drawingml/2006/main" prst="line">
            <a:avLst/>
          </a:prstGeom>
          <a:noFill xmlns:a="http://schemas.openxmlformats.org/drawingml/2006/main"/>
          <a:ln xmlns:a="http://schemas.openxmlformats.org/drawingml/2006/main" w="14288">
            <a:solidFill>
              <a:srgbClr val="B7CFDB"/>
            </a:solidFill>
            <a:prstDash val="solid"/>
          </a:ln>
        </p:spPr>
      </p:sp>
      <p:sp>
        <p:nvSpPr>
          <p:cNvPr id="7" name="">
            <a:extLst xmlns:a="http://schemas.openxmlformats.org/drawingml/2006/main">
              <a:ext uri="{FF2B5EF4-FFF2-40B4-BE49-F238E27FC236}">
                <a16:creationId xmlns:a16="http://schemas.microsoft.com/office/drawing/2014/main" id="{0BE118D8-64DD-47F4-8597-7A0DB67F1F37}"/>
              </a:ext>
            </a:extLst>
          </p:cNvPr>
          <p:cNvSpPr>
            <a:spLocks xmlns:a="http://schemas.openxmlformats.org/drawingml/2006/main" noGrp="1"/>
          </p:cNvSpPr>
          <p:nvPr/>
        </p:nvSpPr>
        <p:spPr>
          <a:xfrm xmlns:a="http://schemas.openxmlformats.org/drawingml/2006/main">
            <a:off x="666750" y="22860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El HTML declara idioma español. La navegación administrativa tiene nombre accesible y los formularios principales asocian etiquetas.</a:t>
            </a:r>
          </a:p>
        </p:txBody>
      </p:sp>
      <p:sp>
        <p:nvSpPr>
          <p:cNvPr id="8" name="">
            <a:extLst xmlns:a="http://schemas.openxmlformats.org/drawingml/2006/main">
              <a:ext uri="{FF2B5EF4-FFF2-40B4-BE49-F238E27FC236}">
                <a16:creationId xmlns:a16="http://schemas.microsoft.com/office/drawing/2014/main" id="{413D3360-83BF-4D8E-8C8E-A6D74C13C0AB}"/>
              </a:ext>
            </a:extLst>
          </p:cNvPr>
          <p:cNvSpPr>
            <a:spLocks xmlns:a="http://schemas.openxmlformats.org/drawingml/2006/main" noGrp="1"/>
          </p:cNvSpPr>
          <p:nvPr/>
        </p:nvSpPr>
        <p:spPr>
          <a:xfrm xmlns:a="http://schemas.openxmlformats.org/drawingml/2006/main">
            <a:off x="666750" y="3362325"/>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Alertas y estados usan roles semánticos. La consola de eventos tiene nombre, role=log y tabindex para recibir foco.</a:t>
            </a:r>
          </a:p>
        </p:txBody>
      </p:sp>
      <p:sp>
        <p:nvSpPr>
          <p:cNvPr id="9" name="">
            <a:extLst xmlns:a="http://schemas.openxmlformats.org/drawingml/2006/main">
              <a:ext uri="{FF2B5EF4-FFF2-40B4-BE49-F238E27FC236}">
                <a16:creationId xmlns:a16="http://schemas.microsoft.com/office/drawing/2014/main" id="{AD476EAD-A668-4C95-8C91-C78B414DF4D2}"/>
              </a:ext>
            </a:extLst>
          </p:cNvPr>
          <p:cNvSpPr>
            <a:spLocks xmlns:a="http://schemas.openxmlformats.org/drawingml/2006/main" noGrp="1"/>
          </p:cNvSpPr>
          <p:nvPr/>
        </p:nvSpPr>
        <p:spPr>
          <a:xfrm xmlns:a="http://schemas.openxmlformats.org/drawingml/2006/main">
            <a:off x="666750" y="443865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Pausa comunica aria-pressed; la actualización conserva el foco en la ejecución seleccionada.</a:t>
            </a:r>
          </a:p>
        </p:txBody>
      </p:sp>
      <p:sp>
        <p:nvSpPr>
          <p:cNvPr id="10" name="">
            <a:extLst xmlns:a="http://schemas.openxmlformats.org/drawingml/2006/main">
              <a:ext uri="{FF2B5EF4-FFF2-40B4-BE49-F238E27FC236}">
                <a16:creationId xmlns:a16="http://schemas.microsoft.com/office/drawing/2014/main" id="{4C92E214-50AF-4A06-A795-123FA486BA97}"/>
              </a:ext>
            </a:extLst>
          </p:cNvPr>
          <p:cNvSpPr>
            <a:spLocks xmlns:a="http://schemas.openxmlformats.org/drawingml/2006/main" noGrp="1"/>
          </p:cNvSpPr>
          <p:nvPr/>
        </p:nvSpPr>
        <p:spPr>
          <a:xfrm xmlns:a="http://schemas.openxmlformats.org/drawingml/2006/main">
            <a:off x="6286500" y="2286000"/>
            <a:ext cx="5000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La documentación registra revisión en navegador a 1440 y 390 px, navegación, filtros, pausa y descarga.</a:t>
            </a:r>
          </a:p>
        </p:txBody>
      </p:sp>
      <p:sp>
        <p:nvSpPr>
          <p:cNvPr id="11" name="">
            <a:extLst xmlns:a="http://schemas.openxmlformats.org/drawingml/2006/main">
              <a:ext uri="{FF2B5EF4-FFF2-40B4-BE49-F238E27FC236}">
                <a16:creationId xmlns:a16="http://schemas.microsoft.com/office/drawing/2014/main" id="{F3E13187-7E32-44F3-B34D-060EBFDF04E9}"/>
              </a:ext>
            </a:extLst>
          </p:cNvPr>
          <p:cNvSpPr>
            <a:spLocks xmlns:a="http://schemas.openxmlformats.org/drawingml/2006/main" noGrp="1"/>
          </p:cNvSpPr>
          <p:nvPr/>
        </p:nvSpPr>
        <p:spPr>
          <a:xfrm xmlns:a="http://schemas.openxmlformats.org/drawingml/2006/main">
            <a:off x="6286500" y="3362325"/>
            <a:ext cx="5000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Los iconos decorativos usan aria-hidden y las imágenes de productos tienen texto alternativo.</a:t>
            </a:r>
          </a:p>
        </p:txBody>
      </p:sp>
      <p:sp>
        <p:nvSpPr>
          <p:cNvPr id="12" name="">
            <a:extLst xmlns:a="http://schemas.openxmlformats.org/drawingml/2006/main">
              <a:ext uri="{FF2B5EF4-FFF2-40B4-BE49-F238E27FC236}">
                <a16:creationId xmlns:a16="http://schemas.microsoft.com/office/drawing/2014/main" id="{F09B011B-DFAA-4D04-9990-0CAA1571001B}"/>
              </a:ext>
            </a:extLst>
          </p:cNvPr>
          <p:cNvSpPr>
            <a:spLocks xmlns:a="http://schemas.openxmlformats.org/drawingml/2006/main" noGrp="1"/>
          </p:cNvSpPr>
          <p:nvPr/>
        </p:nvSpPr>
        <p:spPr>
          <a:xfrm xmlns:a="http://schemas.openxmlformats.org/drawingml/2006/main">
            <a:off x="6286500" y="4438650"/>
            <a:ext cx="5000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10243A"/>
                </a:solidFill>
                <a:latin typeface="Arial"/>
                <a:ea typeface="Arial"/>
                <a:cs typeface="Arial"/>
              </a:defRPr>
            </a:defPPr>
            <a:lvl1pPr algn="l">
              <a:defRPr sz="1500" b="0">
                <a:solidFill>
                  <a:srgbClr val="10243A"/>
                </a:solidFill>
                <a:latin typeface="Arial"/>
                <a:ea typeface="Arial"/>
                <a:cs typeface="Arial"/>
              </a:defRPr>
            </a:lvl1pPr>
            <a:lvl2pPr algn="l">
              <a:defRPr sz="1500" b="0">
                <a:solidFill>
                  <a:srgbClr val="10243A"/>
                </a:solidFill>
                <a:latin typeface="Arial"/>
                <a:ea typeface="Arial"/>
                <a:cs typeface="Arial"/>
              </a:defRPr>
            </a:lvl2pPr>
            <a:lvl3pPr algn="l">
              <a:defRPr sz="1500" b="0">
                <a:solidFill>
                  <a:srgbClr val="10243A"/>
                </a:solidFill>
                <a:latin typeface="Arial"/>
                <a:ea typeface="Arial"/>
                <a:cs typeface="Arial"/>
              </a:defRPr>
            </a:lvl3pPr>
            <a:lvl4pPr algn="l">
              <a:defRPr sz="1500" b="0">
                <a:solidFill>
                  <a:srgbClr val="10243A"/>
                </a:solidFill>
                <a:latin typeface="Arial"/>
                <a:ea typeface="Arial"/>
                <a:cs typeface="Arial"/>
              </a:defRPr>
            </a:lvl4pPr>
            <a:lvl5pPr algn="l">
              <a:defRPr sz="1500" b="0">
                <a:solidFill>
                  <a:srgbClr val="10243A"/>
                </a:solidFill>
                <a:latin typeface="Arial"/>
                <a:ea typeface="Arial"/>
                <a:cs typeface="Arial"/>
              </a:defRPr>
            </a:lvl5pPr>
            <a:lvl6pPr algn="l">
              <a:defRPr sz="1500" b="0">
                <a:solidFill>
                  <a:srgbClr val="10243A"/>
                </a:solidFill>
                <a:latin typeface="Arial"/>
                <a:ea typeface="Arial"/>
                <a:cs typeface="Arial"/>
              </a:defRPr>
            </a:lvl6pPr>
            <a:lvl7pPr algn="l">
              <a:defRPr sz="1500" b="0">
                <a:solidFill>
                  <a:srgbClr val="10243A"/>
                </a:solidFill>
                <a:latin typeface="Arial"/>
                <a:ea typeface="Arial"/>
                <a:cs typeface="Arial"/>
              </a:defRPr>
            </a:lvl7pPr>
            <a:lvl8pPr algn="l">
              <a:defRPr sz="1500" b="0">
                <a:solidFill>
                  <a:srgbClr val="10243A"/>
                </a:solidFill>
                <a:latin typeface="Arial"/>
                <a:ea typeface="Arial"/>
                <a:cs typeface="Arial"/>
              </a:defRPr>
            </a:lvl8pPr>
            <a:lvl9pPr algn="l">
              <a:defRPr sz="1500" b="0">
                <a:solidFill>
                  <a:srgbClr val="10243A"/>
                </a:solidFill>
                <a:latin typeface="Arial"/>
                <a:ea typeface="Arial"/>
                <a:cs typeface="Arial"/>
              </a:defRPr>
            </a:lvl9pPr>
          </a:lstStyle>
          <a:p xmlns:a="http://schemas.openxmlformats.org/drawingml/2006/main">
            <a:pPr algn="l">
              <a:defRPr sz="1500" b="0">
                <a:solidFill>
                  <a:srgbClr val="10243A"/>
                </a:solidFill>
                <a:latin typeface="Arial"/>
                <a:ea typeface="Arial"/>
                <a:cs typeface="Arial"/>
              </a:defRPr>
            </a:pPr>
            <a:r>
              <a:rPr sz="1500" b="0">
                <a:solidFill>
                  <a:srgbClr val="10243A"/>
                </a:solidFill>
                <a:latin typeface="Arial"/>
                <a:ea typeface="Arial"/>
                <a:cs typeface="Arial"/>
              </a:rPr>
              <a:t>No consta auditoría completa WCAG 2.2, medición global de contraste ni pruebas sistemáticas con lector de pantalla.</a:t>
            </a:r>
          </a:p>
        </p:txBody>
      </p:sp>
    </p:spTree>
    <p:extLst>
      <p:ext uri="{BB962C8B-B14F-4D97-AF65-F5344CB8AC3E}">
        <p14:creationId xmlns:p14="http://schemas.microsoft.com/office/powerpoint/2010/main" val="9960928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2E4EA20-80E6-4C04-85D4-FD76671A97BC}"/>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Herramientas de infraestructura</a:t>
            </a:r>
          </a:p>
        </p:txBody>
      </p:sp>
      <p:sp>
        <p:nvSpPr>
          <p:cNvPr id="2" name="">
            <a:extLst xmlns:a="http://schemas.openxmlformats.org/drawingml/2006/main">
              <a:ext uri="{FF2B5EF4-FFF2-40B4-BE49-F238E27FC236}">
                <a16:creationId xmlns:a16="http://schemas.microsoft.com/office/drawing/2014/main" id="{5A986FF3-3801-45F3-969A-CD6E2995285B}"/>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3B54CEBD-8531-49D4-A1AC-BC4817B9F0E4}"/>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90F2522-EDA6-4336-A73C-DD31AAAF306C}"/>
              </a:ext>
            </a:extLst>
          </p:cNvPr>
          <p:cNvSpPr>
            <a:spLocks xmlns:a="http://schemas.openxmlformats.org/drawingml/2006/main" noGrp="1"/>
          </p:cNvSpPr>
          <p:nvPr/>
        </p:nvSpPr>
        <p:spPr>
          <a:xfrm xmlns:a="http://schemas.openxmlformats.org/drawingml/2006/main">
            <a:off x="666750" y="16859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Terraform</a:t>
            </a:r>
          </a:p>
        </p:txBody>
      </p:sp>
      <p:sp>
        <p:nvSpPr>
          <p:cNvPr id="5" name="">
            <a:extLst xmlns:a="http://schemas.openxmlformats.org/drawingml/2006/main">
              <a:ext uri="{FF2B5EF4-FFF2-40B4-BE49-F238E27FC236}">
                <a16:creationId xmlns:a16="http://schemas.microsoft.com/office/drawing/2014/main" id="{445DD2D0-1C28-4B6C-AF45-B52A3D71BBAC}"/>
              </a:ext>
            </a:extLst>
          </p:cNvPr>
          <p:cNvSpPr>
            <a:spLocks xmlns:a="http://schemas.openxmlformats.org/drawingml/2006/main" noGrp="1"/>
          </p:cNvSpPr>
          <p:nvPr/>
        </p:nvSpPr>
        <p:spPr>
          <a:xfrm xmlns:a="http://schemas.openxmlformats.org/drawingml/2006/main">
            <a:off x="3190875" y="16668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Declara red, EKS, EC2 y KMS. Se eligió para revisar el plan y recrear recursos del Lab de forma repetible.</a:t>
            </a:r>
          </a:p>
        </p:txBody>
      </p:sp>
      <p:sp>
        <p:nvSpPr>
          <p:cNvPr id="6" name="">
            <a:extLst xmlns:a="http://schemas.openxmlformats.org/drawingml/2006/main">
              <a:ext uri="{FF2B5EF4-FFF2-40B4-BE49-F238E27FC236}">
                <a16:creationId xmlns:a16="http://schemas.microsoft.com/office/drawing/2014/main" id="{338FA517-B4CC-4201-9398-3396F3ECB030}"/>
              </a:ext>
            </a:extLst>
          </p:cNvPr>
          <p:cNvSpPr>
            <a:spLocks xmlns:a="http://schemas.openxmlformats.org/drawingml/2006/main" noGrp="1"/>
          </p:cNvSpPr>
          <p:nvPr/>
        </p:nvSpPr>
        <p:spPr>
          <a:xfrm xmlns:a="http://schemas.openxmlformats.org/drawingml/2006/main">
            <a:off x="666750" y="26289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7" name="">
            <a:extLst xmlns:a="http://schemas.openxmlformats.org/drawingml/2006/main">
              <a:ext uri="{FF2B5EF4-FFF2-40B4-BE49-F238E27FC236}">
                <a16:creationId xmlns:a16="http://schemas.microsoft.com/office/drawing/2014/main" id="{3509ACF6-BA69-43A1-89D3-262EE0110554}"/>
              </a:ext>
            </a:extLst>
          </p:cNvPr>
          <p:cNvSpPr>
            <a:spLocks xmlns:a="http://schemas.openxmlformats.org/drawingml/2006/main" noGrp="1"/>
          </p:cNvSpPr>
          <p:nvPr/>
        </p:nvSpPr>
        <p:spPr>
          <a:xfrm xmlns:a="http://schemas.openxmlformats.org/drawingml/2006/main">
            <a:off x="666750" y="27336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Ansible + SSM</a:t>
            </a:r>
          </a:p>
        </p:txBody>
      </p:sp>
      <p:sp>
        <p:nvSpPr>
          <p:cNvPr id="8" name="">
            <a:extLst xmlns:a="http://schemas.openxmlformats.org/drawingml/2006/main">
              <a:ext uri="{FF2B5EF4-FFF2-40B4-BE49-F238E27FC236}">
                <a16:creationId xmlns:a16="http://schemas.microsoft.com/office/drawing/2014/main" id="{BE79A8E7-DAFE-4A30-A540-C20A84A6CAE9}"/>
              </a:ext>
            </a:extLst>
          </p:cNvPr>
          <p:cNvSpPr>
            <a:spLocks xmlns:a="http://schemas.openxmlformats.org/drawingml/2006/main" noGrp="1"/>
          </p:cNvSpPr>
          <p:nvPr/>
        </p:nvSpPr>
        <p:spPr>
          <a:xfrm xmlns:a="http://schemas.openxmlformats.org/drawingml/2006/main">
            <a:off x="3190875" y="27146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Configura Vault en EC2 sin SSH abierto. Los playbooks permiten repetir instalación, TLS y configuración persistente.</a:t>
            </a:r>
          </a:p>
        </p:txBody>
      </p:sp>
      <p:sp>
        <p:nvSpPr>
          <p:cNvPr id="9" name="">
            <a:extLst xmlns:a="http://schemas.openxmlformats.org/drawingml/2006/main">
              <a:ext uri="{FF2B5EF4-FFF2-40B4-BE49-F238E27FC236}">
                <a16:creationId xmlns:a16="http://schemas.microsoft.com/office/drawing/2014/main" id="{73661829-A64F-416B-8FA5-619CC036F7C7}"/>
              </a:ext>
            </a:extLst>
          </p:cNvPr>
          <p:cNvSpPr>
            <a:spLocks xmlns:a="http://schemas.openxmlformats.org/drawingml/2006/main" noGrp="1"/>
          </p:cNvSpPr>
          <p:nvPr/>
        </p:nvSpPr>
        <p:spPr>
          <a:xfrm xmlns:a="http://schemas.openxmlformats.org/drawingml/2006/main">
            <a:off x="666750" y="367665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0" name="">
            <a:extLst xmlns:a="http://schemas.openxmlformats.org/drawingml/2006/main">
              <a:ext uri="{FF2B5EF4-FFF2-40B4-BE49-F238E27FC236}">
                <a16:creationId xmlns:a16="http://schemas.microsoft.com/office/drawing/2014/main" id="{F6E3340D-8B10-4023-84E8-35E98D0C302E}"/>
              </a:ext>
            </a:extLst>
          </p:cNvPr>
          <p:cNvSpPr>
            <a:spLocks xmlns:a="http://schemas.openxmlformats.org/drawingml/2006/main" noGrp="1"/>
          </p:cNvSpPr>
          <p:nvPr/>
        </p:nvSpPr>
        <p:spPr>
          <a:xfrm xmlns:a="http://schemas.openxmlformats.org/drawingml/2006/main">
            <a:off x="666750" y="37814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Vault + AWS KMS</a:t>
            </a:r>
          </a:p>
        </p:txBody>
      </p:sp>
      <p:sp>
        <p:nvSpPr>
          <p:cNvPr id="11" name="">
            <a:extLst xmlns:a="http://schemas.openxmlformats.org/drawingml/2006/main">
              <a:ext uri="{FF2B5EF4-FFF2-40B4-BE49-F238E27FC236}">
                <a16:creationId xmlns:a16="http://schemas.microsoft.com/office/drawing/2014/main" id="{91F9CCA5-F9DC-433E-93F9-80BA3527ED23}"/>
              </a:ext>
            </a:extLst>
          </p:cNvPr>
          <p:cNvSpPr>
            <a:spLocks xmlns:a="http://schemas.openxmlformats.org/drawingml/2006/main" noGrp="1"/>
          </p:cNvSpPr>
          <p:nvPr/>
        </p:nvSpPr>
        <p:spPr>
          <a:xfrm xmlns:a="http://schemas.openxmlformats.org/drawingml/2006/main">
            <a:off x="3190875" y="37623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KV v2 guarda secretos; KMS realiza auto-unseal. ACL, auditoría y tokens breves limitan el acceso de CI.</a:t>
            </a:r>
          </a:p>
        </p:txBody>
      </p:sp>
      <p:sp>
        <p:nvSpPr>
          <p:cNvPr id="12" name="">
            <a:extLst xmlns:a="http://schemas.openxmlformats.org/drawingml/2006/main">
              <a:ext uri="{FF2B5EF4-FFF2-40B4-BE49-F238E27FC236}">
                <a16:creationId xmlns:a16="http://schemas.microsoft.com/office/drawing/2014/main" id="{84534291-FC5C-4B40-952C-9AA2EFFF3B06}"/>
              </a:ext>
            </a:extLst>
          </p:cNvPr>
          <p:cNvSpPr>
            <a:spLocks xmlns:a="http://schemas.openxmlformats.org/drawingml/2006/main" noGrp="1"/>
          </p:cNvSpPr>
          <p:nvPr/>
        </p:nvSpPr>
        <p:spPr>
          <a:xfrm xmlns:a="http://schemas.openxmlformats.org/drawingml/2006/main">
            <a:off x="666750" y="47244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3" name="">
            <a:extLst xmlns:a="http://schemas.openxmlformats.org/drawingml/2006/main">
              <a:ext uri="{FF2B5EF4-FFF2-40B4-BE49-F238E27FC236}">
                <a16:creationId xmlns:a16="http://schemas.microsoft.com/office/drawing/2014/main" id="{5E4A6CE0-414C-4D44-92BA-DBADEC81DFB6}"/>
              </a:ext>
            </a:extLst>
          </p:cNvPr>
          <p:cNvSpPr>
            <a:spLocks xmlns:a="http://schemas.openxmlformats.org/drawingml/2006/main" noGrp="1"/>
          </p:cNvSpPr>
          <p:nvPr/>
        </p:nvSpPr>
        <p:spPr>
          <a:xfrm xmlns:a="http://schemas.openxmlformats.org/drawingml/2006/main">
            <a:off x="666750" y="48291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EKS + Helm</a:t>
            </a:r>
          </a:p>
        </p:txBody>
      </p:sp>
      <p:sp>
        <p:nvSpPr>
          <p:cNvPr id="14" name="">
            <a:extLst xmlns:a="http://schemas.openxmlformats.org/drawingml/2006/main">
              <a:ext uri="{FF2B5EF4-FFF2-40B4-BE49-F238E27FC236}">
                <a16:creationId xmlns:a16="http://schemas.microsoft.com/office/drawing/2014/main" id="{6859835E-FE56-40B8-9377-1CFB7D007312}"/>
              </a:ext>
            </a:extLst>
          </p:cNvPr>
          <p:cNvSpPr>
            <a:spLocks xmlns:a="http://schemas.openxmlformats.org/drawingml/2006/main" noGrp="1"/>
          </p:cNvSpPr>
          <p:nvPr/>
        </p:nvSpPr>
        <p:spPr>
          <a:xfrm xmlns:a="http://schemas.openxmlformats.org/drawingml/2006/main">
            <a:off x="3190875" y="48101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Kubernetes ejecuta los servicios; Helm parametriza despliegues, secretos referenciados y revisiones de consumidores.</a:t>
            </a:r>
          </a:p>
        </p:txBody>
      </p:sp>
    </p:spTree>
    <p:extLst>
      <p:ext uri="{BB962C8B-B14F-4D97-AF65-F5344CB8AC3E}">
        <p14:creationId xmlns:p14="http://schemas.microsoft.com/office/powerpoint/2010/main" val="3358659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A5A8729-0E03-4FF7-9817-5C9F14CB253C}"/>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Herramientas de aplicación</a:t>
            </a:r>
          </a:p>
        </p:txBody>
      </p:sp>
      <p:sp>
        <p:nvSpPr>
          <p:cNvPr id="2" name="">
            <a:extLst xmlns:a="http://schemas.openxmlformats.org/drawingml/2006/main">
              <a:ext uri="{FF2B5EF4-FFF2-40B4-BE49-F238E27FC236}">
                <a16:creationId xmlns:a16="http://schemas.microsoft.com/office/drawing/2014/main" id="{BC7A1580-5E49-40F2-B683-E2E454A23569}"/>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45AD05D9-9253-4AE7-982F-FEFD2D5A43DF}"/>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D30B307A-B10D-407A-84EC-AE42A6DCDD3E}"/>
              </a:ext>
            </a:extLst>
          </p:cNvPr>
          <p:cNvSpPr>
            <a:spLocks xmlns:a="http://schemas.openxmlformats.org/drawingml/2006/main" noGrp="1"/>
          </p:cNvSpPr>
          <p:nvPr/>
        </p:nvSpPr>
        <p:spPr>
          <a:xfrm xmlns:a="http://schemas.openxmlformats.org/drawingml/2006/main">
            <a:off x="666750" y="1685925"/>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Go + plantillas</a:t>
            </a:r>
          </a:p>
        </p:txBody>
      </p:sp>
      <p:sp>
        <p:nvSpPr>
          <p:cNvPr id="5" name="">
            <a:extLst xmlns:a="http://schemas.openxmlformats.org/drawingml/2006/main">
              <a:ext uri="{FF2B5EF4-FFF2-40B4-BE49-F238E27FC236}">
                <a16:creationId xmlns:a16="http://schemas.microsoft.com/office/drawing/2014/main" id="{0FA7F9E2-E5DA-4874-8A96-A223876103C1}"/>
              </a:ext>
            </a:extLst>
          </p:cNvPr>
          <p:cNvSpPr>
            <a:spLocks xmlns:a="http://schemas.openxmlformats.org/drawingml/2006/main" noGrp="1"/>
          </p:cNvSpPr>
          <p:nvPr/>
        </p:nvSpPr>
        <p:spPr>
          <a:xfrm xmlns:a="http://schemas.openxmlformats.org/drawingml/2006/main">
            <a:off x="3190875" y="1666875"/>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Frontend y checkout conservan contratos del demo. Las plantillas sirven el panel sin añadir un SPA al release.</a:t>
            </a:r>
          </a:p>
        </p:txBody>
      </p:sp>
      <p:sp>
        <p:nvSpPr>
          <p:cNvPr id="6" name="">
            <a:extLst xmlns:a="http://schemas.openxmlformats.org/drawingml/2006/main">
              <a:ext uri="{FF2B5EF4-FFF2-40B4-BE49-F238E27FC236}">
                <a16:creationId xmlns:a16="http://schemas.microsoft.com/office/drawing/2014/main" id="{1F2D4D29-2E67-4E9D-8633-60B77CF4303C}"/>
              </a:ext>
            </a:extLst>
          </p:cNvPr>
          <p:cNvSpPr>
            <a:spLocks xmlns:a="http://schemas.openxmlformats.org/drawingml/2006/main" noGrp="1"/>
          </p:cNvSpPr>
          <p:nvPr/>
        </p:nvSpPr>
        <p:spPr>
          <a:xfrm xmlns:a="http://schemas.openxmlformats.org/drawingml/2006/main">
            <a:off x="666750" y="2428875"/>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7" name="">
            <a:extLst xmlns:a="http://schemas.openxmlformats.org/drawingml/2006/main">
              <a:ext uri="{FF2B5EF4-FFF2-40B4-BE49-F238E27FC236}">
                <a16:creationId xmlns:a16="http://schemas.microsoft.com/office/drawing/2014/main" id="{1A0826BE-037A-4075-A323-75CFE92FEB57}"/>
              </a:ext>
            </a:extLst>
          </p:cNvPr>
          <p:cNvSpPr>
            <a:spLocks xmlns:a="http://schemas.openxmlformats.org/drawingml/2006/main" noGrp="1"/>
          </p:cNvSpPr>
          <p:nvPr/>
        </p:nvSpPr>
        <p:spPr>
          <a:xfrm xmlns:a="http://schemas.openxmlformats.org/drawingml/2006/main">
            <a:off x="666750" y="2533650"/>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Python + Flask</a:t>
            </a:r>
          </a:p>
        </p:txBody>
      </p:sp>
      <p:sp>
        <p:nvSpPr>
          <p:cNvPr id="8" name="">
            <a:extLst xmlns:a="http://schemas.openxmlformats.org/drawingml/2006/main">
              <a:ext uri="{FF2B5EF4-FFF2-40B4-BE49-F238E27FC236}">
                <a16:creationId xmlns:a16="http://schemas.microsoft.com/office/drawing/2014/main" id="{6264E74A-AE78-4406-8111-85D2EC040021}"/>
              </a:ext>
            </a:extLst>
          </p:cNvPr>
          <p:cNvSpPr>
            <a:spLocks xmlns:a="http://schemas.openxmlformats.org/drawingml/2006/main" noGrp="1"/>
          </p:cNvSpPr>
          <p:nvPr/>
        </p:nvSpPr>
        <p:spPr>
          <a:xfrm xmlns:a="http://schemas.openxmlformats.org/drawingml/2006/main">
            <a:off x="3190875" y="251460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catalogservice concentra API administrativa y reglas transaccionales en módulos separados.</a:t>
            </a:r>
          </a:p>
        </p:txBody>
      </p:sp>
      <p:sp>
        <p:nvSpPr>
          <p:cNvPr id="9" name="">
            <a:extLst xmlns:a="http://schemas.openxmlformats.org/drawingml/2006/main">
              <a:ext uri="{FF2B5EF4-FFF2-40B4-BE49-F238E27FC236}">
                <a16:creationId xmlns:a16="http://schemas.microsoft.com/office/drawing/2014/main" id="{BD49C2FE-668F-4FF7-AAED-A92F68081080}"/>
              </a:ext>
            </a:extLst>
          </p:cNvPr>
          <p:cNvSpPr>
            <a:spLocks xmlns:a="http://schemas.openxmlformats.org/drawingml/2006/main" noGrp="1"/>
          </p:cNvSpPr>
          <p:nvPr/>
        </p:nvSpPr>
        <p:spPr>
          <a:xfrm xmlns:a="http://schemas.openxmlformats.org/drawingml/2006/main">
            <a:off x="666750" y="32766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0" name="">
            <a:extLst xmlns:a="http://schemas.openxmlformats.org/drawingml/2006/main">
              <a:ext uri="{FF2B5EF4-FFF2-40B4-BE49-F238E27FC236}">
                <a16:creationId xmlns:a16="http://schemas.microsoft.com/office/drawing/2014/main" id="{86BDD3AD-E1F2-4B89-9F8A-9E2C0E7D5E90}"/>
              </a:ext>
            </a:extLst>
          </p:cNvPr>
          <p:cNvSpPr>
            <a:spLocks xmlns:a="http://schemas.openxmlformats.org/drawingml/2006/main" noGrp="1"/>
          </p:cNvSpPr>
          <p:nvPr/>
        </p:nvSpPr>
        <p:spPr>
          <a:xfrm xmlns:a="http://schemas.openxmlformats.org/drawingml/2006/main">
            <a:off x="666750" y="3381375"/>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PostgreSQL + Redis</a:t>
            </a:r>
          </a:p>
        </p:txBody>
      </p:sp>
      <p:sp>
        <p:nvSpPr>
          <p:cNvPr id="11" name="">
            <a:extLst xmlns:a="http://schemas.openxmlformats.org/drawingml/2006/main">
              <a:ext uri="{FF2B5EF4-FFF2-40B4-BE49-F238E27FC236}">
                <a16:creationId xmlns:a16="http://schemas.microsoft.com/office/drawing/2014/main" id="{E18A428F-94C7-4D87-A89E-A63A6D3B67A7}"/>
              </a:ext>
            </a:extLst>
          </p:cNvPr>
          <p:cNvSpPr>
            <a:spLocks xmlns:a="http://schemas.openxmlformats.org/drawingml/2006/main" noGrp="1"/>
          </p:cNvSpPr>
          <p:nvPr/>
        </p:nvSpPr>
        <p:spPr>
          <a:xfrm xmlns:a="http://schemas.openxmlformats.org/drawingml/2006/main">
            <a:off x="3190875" y="3362325"/>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PostgreSQL da persistencia y transacciones a negocio; Redis mantiene el carrito del demo.</a:t>
            </a:r>
          </a:p>
        </p:txBody>
      </p:sp>
      <p:sp>
        <p:nvSpPr>
          <p:cNvPr id="12" name="">
            <a:extLst xmlns:a="http://schemas.openxmlformats.org/drawingml/2006/main">
              <a:ext uri="{FF2B5EF4-FFF2-40B4-BE49-F238E27FC236}">
                <a16:creationId xmlns:a16="http://schemas.microsoft.com/office/drawing/2014/main" id="{3C62CBA2-DBAE-435E-8BCA-7FD5103DEF52}"/>
              </a:ext>
            </a:extLst>
          </p:cNvPr>
          <p:cNvSpPr>
            <a:spLocks xmlns:a="http://schemas.openxmlformats.org/drawingml/2006/main" noGrp="1"/>
          </p:cNvSpPr>
          <p:nvPr/>
        </p:nvSpPr>
        <p:spPr>
          <a:xfrm xmlns:a="http://schemas.openxmlformats.org/drawingml/2006/main">
            <a:off x="666750" y="4124325"/>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3" name="">
            <a:extLst xmlns:a="http://schemas.openxmlformats.org/drawingml/2006/main">
              <a:ext uri="{FF2B5EF4-FFF2-40B4-BE49-F238E27FC236}">
                <a16:creationId xmlns:a16="http://schemas.microsoft.com/office/drawing/2014/main" id="{1FBDBB6F-0C37-4152-B3CB-59AF9DE6B97F}"/>
              </a:ext>
            </a:extLst>
          </p:cNvPr>
          <p:cNvSpPr>
            <a:spLocks xmlns:a="http://schemas.openxmlformats.org/drawingml/2006/main" noGrp="1"/>
          </p:cNvSpPr>
          <p:nvPr/>
        </p:nvSpPr>
        <p:spPr>
          <a:xfrm xmlns:a="http://schemas.openxmlformats.org/drawingml/2006/main">
            <a:off x="666750" y="4229100"/>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Docker + ECR</a:t>
            </a:r>
          </a:p>
        </p:txBody>
      </p:sp>
      <p:sp>
        <p:nvSpPr>
          <p:cNvPr id="14" name="">
            <a:extLst xmlns:a="http://schemas.openxmlformats.org/drawingml/2006/main">
              <a:ext uri="{FF2B5EF4-FFF2-40B4-BE49-F238E27FC236}">
                <a16:creationId xmlns:a16="http://schemas.microsoft.com/office/drawing/2014/main" id="{3B28164C-71E6-4BC8-850B-EC37BF109857}"/>
              </a:ext>
            </a:extLst>
          </p:cNvPr>
          <p:cNvSpPr>
            <a:spLocks xmlns:a="http://schemas.openxmlformats.org/drawingml/2006/main" noGrp="1"/>
          </p:cNvSpPr>
          <p:nvPr/>
        </p:nvSpPr>
        <p:spPr>
          <a:xfrm xmlns:a="http://schemas.openxmlformats.org/drawingml/2006/main">
            <a:off x="3190875" y="42100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Compose reproduce la integración local. ECR conserva las doce imágenes publicadas con el SHA completo.</a:t>
            </a:r>
          </a:p>
        </p:txBody>
      </p:sp>
      <p:sp>
        <p:nvSpPr>
          <p:cNvPr id="15" name="">
            <a:extLst xmlns:a="http://schemas.openxmlformats.org/drawingml/2006/main">
              <a:ext uri="{FF2B5EF4-FFF2-40B4-BE49-F238E27FC236}">
                <a16:creationId xmlns:a16="http://schemas.microsoft.com/office/drawing/2014/main" id="{44557DBD-BA74-4A4B-BA99-FB9450B78B7C}"/>
              </a:ext>
            </a:extLst>
          </p:cNvPr>
          <p:cNvSpPr>
            <a:spLocks xmlns:a="http://schemas.openxmlformats.org/drawingml/2006/main" noGrp="1"/>
          </p:cNvSpPr>
          <p:nvPr/>
        </p:nvSpPr>
        <p:spPr>
          <a:xfrm xmlns:a="http://schemas.openxmlformats.org/drawingml/2006/main">
            <a:off x="666750" y="497205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6" name="">
            <a:extLst xmlns:a="http://schemas.openxmlformats.org/drawingml/2006/main">
              <a:ext uri="{FF2B5EF4-FFF2-40B4-BE49-F238E27FC236}">
                <a16:creationId xmlns:a16="http://schemas.microsoft.com/office/drawing/2014/main" id="{23E2EECD-CDD7-4920-8A8A-D36D7EA79138}"/>
              </a:ext>
            </a:extLst>
          </p:cNvPr>
          <p:cNvSpPr>
            <a:spLocks xmlns:a="http://schemas.openxmlformats.org/drawingml/2006/main" noGrp="1"/>
          </p:cNvSpPr>
          <p:nvPr/>
        </p:nvSpPr>
        <p:spPr>
          <a:xfrm xmlns:a="http://schemas.openxmlformats.org/drawingml/2006/main">
            <a:off x="666750" y="5076825"/>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CSS + JavaScript</a:t>
            </a:r>
          </a:p>
        </p:txBody>
      </p:sp>
      <p:sp>
        <p:nvSpPr>
          <p:cNvPr id="17" name="">
            <a:extLst xmlns:a="http://schemas.openxmlformats.org/drawingml/2006/main">
              <a:ext uri="{FF2B5EF4-FFF2-40B4-BE49-F238E27FC236}">
                <a16:creationId xmlns:a16="http://schemas.microsoft.com/office/drawing/2014/main" id="{9ECAA198-13B8-408C-8967-76CB01A545A0}"/>
              </a:ext>
            </a:extLst>
          </p:cNvPr>
          <p:cNvSpPr>
            <a:spLocks xmlns:a="http://schemas.openxmlformats.org/drawingml/2006/main" noGrp="1"/>
          </p:cNvSpPr>
          <p:nvPr/>
        </p:nvSpPr>
        <p:spPr>
          <a:xfrm xmlns:a="http://schemas.openxmlformats.org/drawingml/2006/main">
            <a:off x="3190875" y="5057775"/>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La UI usa estilos propios, Chart.js para gráficas y JavaScript sencillo para la consola operativa.</a:t>
            </a:r>
          </a:p>
        </p:txBody>
      </p:sp>
    </p:spTree>
    <p:extLst>
      <p:ext uri="{BB962C8B-B14F-4D97-AF65-F5344CB8AC3E}">
        <p14:creationId xmlns:p14="http://schemas.microsoft.com/office/powerpoint/2010/main" val="6590057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FD0098F-5C7B-4E87-9C11-1D490B770F7E}"/>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Proceso de desarrollo y CI</a:t>
            </a:r>
          </a:p>
        </p:txBody>
      </p:sp>
      <p:sp>
        <p:nvSpPr>
          <p:cNvPr id="2" name="">
            <a:extLst xmlns:a="http://schemas.openxmlformats.org/drawingml/2006/main">
              <a:ext uri="{FF2B5EF4-FFF2-40B4-BE49-F238E27FC236}">
                <a16:creationId xmlns:a16="http://schemas.microsoft.com/office/drawing/2014/main" id="{FF8444F0-C22D-43BA-B5E0-5F644BF395FA}"/>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768D4F77-37D8-47AE-BC03-7EDA99A46B26}"/>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944934EC-BD6E-4D5C-A965-ADD166CC0972}"/>
              </a:ext>
            </a:extLst>
          </p:cNvPr>
          <p:cNvSpPr>
            <a:spLocks xmlns:a="http://schemas.openxmlformats.org/drawingml/2006/main" noGrp="1"/>
          </p:cNvSpPr>
          <p:nvPr/>
        </p:nvSpPr>
        <p:spPr>
          <a:xfrm xmlns:a="http://schemas.openxmlformats.org/drawingml/2006/main">
            <a:off x="666750" y="1685925"/>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1. Desarrollo</a:t>
            </a:r>
          </a:p>
        </p:txBody>
      </p:sp>
      <p:sp>
        <p:nvSpPr>
          <p:cNvPr id="5" name="">
            <a:extLst xmlns:a="http://schemas.openxmlformats.org/drawingml/2006/main">
              <a:ext uri="{FF2B5EF4-FFF2-40B4-BE49-F238E27FC236}">
                <a16:creationId xmlns:a16="http://schemas.microsoft.com/office/drawing/2014/main" id="{630DB153-D765-4C5F-9B96-E78AF1E6B9DE}"/>
              </a:ext>
            </a:extLst>
          </p:cNvPr>
          <p:cNvSpPr>
            <a:spLocks xmlns:a="http://schemas.openxmlformats.org/drawingml/2006/main" noGrp="1"/>
          </p:cNvSpPr>
          <p:nvPr/>
        </p:nvSpPr>
        <p:spPr>
          <a:xfrm xmlns:a="http://schemas.openxmlformats.org/drawingml/2006/main">
            <a:off x="3190875" y="1666875"/>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Los cambios entran a development. Compose integrado levanta migrador, backend, frontend y dependencias.</a:t>
            </a:r>
          </a:p>
        </p:txBody>
      </p:sp>
      <p:sp>
        <p:nvSpPr>
          <p:cNvPr id="6" name="">
            <a:extLst xmlns:a="http://schemas.openxmlformats.org/drawingml/2006/main">
              <a:ext uri="{FF2B5EF4-FFF2-40B4-BE49-F238E27FC236}">
                <a16:creationId xmlns:a16="http://schemas.microsoft.com/office/drawing/2014/main" id="{77E947E9-77AC-4413-916E-71B1831812C9}"/>
              </a:ext>
            </a:extLst>
          </p:cNvPr>
          <p:cNvSpPr>
            <a:spLocks xmlns:a="http://schemas.openxmlformats.org/drawingml/2006/main" noGrp="1"/>
          </p:cNvSpPr>
          <p:nvPr/>
        </p:nvSpPr>
        <p:spPr>
          <a:xfrm xmlns:a="http://schemas.openxmlformats.org/drawingml/2006/main">
            <a:off x="666750" y="2428875"/>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7" name="">
            <a:extLst xmlns:a="http://schemas.openxmlformats.org/drawingml/2006/main">
              <a:ext uri="{FF2B5EF4-FFF2-40B4-BE49-F238E27FC236}">
                <a16:creationId xmlns:a16="http://schemas.microsoft.com/office/drawing/2014/main" id="{D54BFB52-5FF1-4B19-A2CB-C88248D3D2DD}"/>
              </a:ext>
            </a:extLst>
          </p:cNvPr>
          <p:cNvSpPr>
            <a:spLocks xmlns:a="http://schemas.openxmlformats.org/drawingml/2006/main" noGrp="1"/>
          </p:cNvSpPr>
          <p:nvPr/>
        </p:nvSpPr>
        <p:spPr>
          <a:xfrm xmlns:a="http://schemas.openxmlformats.org/drawingml/2006/main">
            <a:off x="666750" y="2533650"/>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2. Verificación local</a:t>
            </a:r>
          </a:p>
        </p:txBody>
      </p:sp>
      <p:sp>
        <p:nvSpPr>
          <p:cNvPr id="8" name="">
            <a:extLst xmlns:a="http://schemas.openxmlformats.org/drawingml/2006/main">
              <a:ext uri="{FF2B5EF4-FFF2-40B4-BE49-F238E27FC236}">
                <a16:creationId xmlns:a16="http://schemas.microsoft.com/office/drawing/2014/main" id="{2FBCF8A3-E31B-4EF4-B2BD-D43FFFC8E30D}"/>
              </a:ext>
            </a:extLst>
          </p:cNvPr>
          <p:cNvSpPr>
            <a:spLocks xmlns:a="http://schemas.openxmlformats.org/drawingml/2006/main" noGrp="1"/>
          </p:cNvSpPr>
          <p:nvPr/>
        </p:nvSpPr>
        <p:spPr>
          <a:xfrm xmlns:a="http://schemas.openxmlformats.org/drawingml/2006/main">
            <a:off x="3190875" y="251460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Se ejecutan pruebas de Go, C#, PostgreSQL, Vault, plantillas, callback y contratos de seguridad.</a:t>
            </a:r>
          </a:p>
        </p:txBody>
      </p:sp>
      <p:sp>
        <p:nvSpPr>
          <p:cNvPr id="9" name="">
            <a:extLst xmlns:a="http://schemas.openxmlformats.org/drawingml/2006/main">
              <a:ext uri="{FF2B5EF4-FFF2-40B4-BE49-F238E27FC236}">
                <a16:creationId xmlns:a16="http://schemas.microsoft.com/office/drawing/2014/main" id="{D08AC8CB-D32E-49E1-BDA5-59E1B0ADC758}"/>
              </a:ext>
            </a:extLst>
          </p:cNvPr>
          <p:cNvSpPr>
            <a:spLocks xmlns:a="http://schemas.openxmlformats.org/drawingml/2006/main" noGrp="1"/>
          </p:cNvSpPr>
          <p:nvPr/>
        </p:nvSpPr>
        <p:spPr>
          <a:xfrm xmlns:a="http://schemas.openxmlformats.org/drawingml/2006/main">
            <a:off x="666750" y="32766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0" name="">
            <a:extLst xmlns:a="http://schemas.openxmlformats.org/drawingml/2006/main">
              <a:ext uri="{FF2B5EF4-FFF2-40B4-BE49-F238E27FC236}">
                <a16:creationId xmlns:a16="http://schemas.microsoft.com/office/drawing/2014/main" id="{863870A8-ABE5-45DA-AB92-2E822F9BB8BE}"/>
              </a:ext>
            </a:extLst>
          </p:cNvPr>
          <p:cNvSpPr>
            <a:spLocks xmlns:a="http://schemas.openxmlformats.org/drawingml/2006/main" noGrp="1"/>
          </p:cNvSpPr>
          <p:nvPr/>
        </p:nvSpPr>
        <p:spPr>
          <a:xfrm xmlns:a="http://schemas.openxmlformats.org/drawingml/2006/main">
            <a:off x="666750" y="3381375"/>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3. Revisión</a:t>
            </a:r>
          </a:p>
        </p:txBody>
      </p:sp>
      <p:sp>
        <p:nvSpPr>
          <p:cNvPr id="11" name="">
            <a:extLst xmlns:a="http://schemas.openxmlformats.org/drawingml/2006/main">
              <a:ext uri="{FF2B5EF4-FFF2-40B4-BE49-F238E27FC236}">
                <a16:creationId xmlns:a16="http://schemas.microsoft.com/office/drawing/2014/main" id="{D7A3EEFA-36F2-4805-9687-461C1BCB6BEE}"/>
              </a:ext>
            </a:extLst>
          </p:cNvPr>
          <p:cNvSpPr>
            <a:spLocks xmlns:a="http://schemas.openxmlformats.org/drawingml/2006/main" noGrp="1"/>
          </p:cNvSpPr>
          <p:nvPr/>
        </p:nvSpPr>
        <p:spPr>
          <a:xfrm xmlns:a="http://schemas.openxmlformats.org/drawingml/2006/main">
            <a:off x="3190875" y="3362325"/>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El PR hacia main permite revisar código, IaC, documentación y el SHA exacto que se publicará.</a:t>
            </a:r>
          </a:p>
        </p:txBody>
      </p:sp>
      <p:sp>
        <p:nvSpPr>
          <p:cNvPr id="12" name="">
            <a:extLst xmlns:a="http://schemas.openxmlformats.org/drawingml/2006/main">
              <a:ext uri="{FF2B5EF4-FFF2-40B4-BE49-F238E27FC236}">
                <a16:creationId xmlns:a16="http://schemas.microsoft.com/office/drawing/2014/main" id="{3A54FB01-FF12-47DA-B647-434306DE6C41}"/>
              </a:ext>
            </a:extLst>
          </p:cNvPr>
          <p:cNvSpPr>
            <a:spLocks xmlns:a="http://schemas.openxmlformats.org/drawingml/2006/main" noGrp="1"/>
          </p:cNvSpPr>
          <p:nvPr/>
        </p:nvSpPr>
        <p:spPr>
          <a:xfrm xmlns:a="http://schemas.openxmlformats.org/drawingml/2006/main">
            <a:off x="666750" y="4124325"/>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3" name="">
            <a:extLst xmlns:a="http://schemas.openxmlformats.org/drawingml/2006/main">
              <a:ext uri="{FF2B5EF4-FFF2-40B4-BE49-F238E27FC236}">
                <a16:creationId xmlns:a16="http://schemas.microsoft.com/office/drawing/2014/main" id="{BAF1DCC8-DE49-4CAB-B787-2BA45E7A6BD1}"/>
              </a:ext>
            </a:extLst>
          </p:cNvPr>
          <p:cNvSpPr>
            <a:spLocks xmlns:a="http://schemas.openxmlformats.org/drawingml/2006/main" noGrp="1"/>
          </p:cNvSpPr>
          <p:nvPr/>
        </p:nvSpPr>
        <p:spPr>
          <a:xfrm xmlns:a="http://schemas.openxmlformats.org/drawingml/2006/main">
            <a:off x="666750" y="4229100"/>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4. Gates de release</a:t>
            </a:r>
          </a:p>
        </p:txBody>
      </p:sp>
      <p:sp>
        <p:nvSpPr>
          <p:cNvPr id="14" name="">
            <a:extLst xmlns:a="http://schemas.openxmlformats.org/drawingml/2006/main">
              <a:ext uri="{FF2B5EF4-FFF2-40B4-BE49-F238E27FC236}">
                <a16:creationId xmlns:a16="http://schemas.microsoft.com/office/drawing/2014/main" id="{5DBEF5A5-2AB9-4070-8FDD-DC959192E09D}"/>
              </a:ext>
            </a:extLst>
          </p:cNvPr>
          <p:cNvSpPr>
            <a:spLocks xmlns:a="http://schemas.openxmlformats.org/drawingml/2006/main" noGrp="1"/>
          </p:cNvSpPr>
          <p:nvPr/>
        </p:nvSpPr>
        <p:spPr>
          <a:xfrm xmlns:a="http://schemas.openxmlformats.org/drawingml/2006/main">
            <a:off x="3190875" y="42100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CI prueba el commit fusionado, valida Helm y exige recuperación de datos y automatización Vault verificadas.</a:t>
            </a:r>
          </a:p>
        </p:txBody>
      </p:sp>
      <p:sp>
        <p:nvSpPr>
          <p:cNvPr id="15" name="">
            <a:extLst xmlns:a="http://schemas.openxmlformats.org/drawingml/2006/main">
              <a:ext uri="{FF2B5EF4-FFF2-40B4-BE49-F238E27FC236}">
                <a16:creationId xmlns:a16="http://schemas.microsoft.com/office/drawing/2014/main" id="{ECF34889-1C51-4965-AF43-8E2CF38879F2}"/>
              </a:ext>
            </a:extLst>
          </p:cNvPr>
          <p:cNvSpPr>
            <a:spLocks xmlns:a="http://schemas.openxmlformats.org/drawingml/2006/main" noGrp="1"/>
          </p:cNvSpPr>
          <p:nvPr/>
        </p:nvSpPr>
        <p:spPr>
          <a:xfrm xmlns:a="http://schemas.openxmlformats.org/drawingml/2006/main">
            <a:off x="666750" y="497205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6" name="">
            <a:extLst xmlns:a="http://schemas.openxmlformats.org/drawingml/2006/main">
              <a:ext uri="{FF2B5EF4-FFF2-40B4-BE49-F238E27FC236}">
                <a16:creationId xmlns:a16="http://schemas.microsoft.com/office/drawing/2014/main" id="{AD91935F-81BA-410E-83BF-EA4821A778F0}"/>
              </a:ext>
            </a:extLst>
          </p:cNvPr>
          <p:cNvSpPr>
            <a:spLocks xmlns:a="http://schemas.openxmlformats.org/drawingml/2006/main" noGrp="1"/>
          </p:cNvSpPr>
          <p:nvPr/>
        </p:nvSpPr>
        <p:spPr>
          <a:xfrm xmlns:a="http://schemas.openxmlformats.org/drawingml/2006/main">
            <a:off x="666750" y="5076825"/>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5. Publicación</a:t>
            </a:r>
          </a:p>
        </p:txBody>
      </p:sp>
      <p:sp>
        <p:nvSpPr>
          <p:cNvPr id="17" name="">
            <a:extLst xmlns:a="http://schemas.openxmlformats.org/drawingml/2006/main">
              <a:ext uri="{FF2B5EF4-FFF2-40B4-BE49-F238E27FC236}">
                <a16:creationId xmlns:a16="http://schemas.microsoft.com/office/drawing/2014/main" id="{A630E1D4-DE01-4740-9ED1-E28099E469BA}"/>
              </a:ext>
            </a:extLst>
          </p:cNvPr>
          <p:cNvSpPr>
            <a:spLocks xmlns:a="http://schemas.openxmlformats.org/drawingml/2006/main" noGrp="1"/>
          </p:cNvSpPr>
          <p:nvPr/>
        </p:nvSpPr>
        <p:spPr>
          <a:xfrm xmlns:a="http://schemas.openxmlformats.org/drawingml/2006/main">
            <a:off x="3190875" y="5057775"/>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Solo después de aprobar los gates se construyen doce imágenes y se publican en ECR con SHA inmutable.</a:t>
            </a:r>
          </a:p>
        </p:txBody>
      </p:sp>
    </p:spTree>
    <p:extLst>
      <p:ext uri="{BB962C8B-B14F-4D97-AF65-F5344CB8AC3E}">
        <p14:creationId xmlns:p14="http://schemas.microsoft.com/office/powerpoint/2010/main" val="11745138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49F6763-3760-4A4D-A8D4-DE9744EB5E45}"/>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Despliegue y recuperación en el Lab</a:t>
            </a:r>
          </a:p>
        </p:txBody>
      </p:sp>
      <p:sp>
        <p:nvSpPr>
          <p:cNvPr id="2" name="">
            <a:extLst xmlns:a="http://schemas.openxmlformats.org/drawingml/2006/main">
              <a:ext uri="{FF2B5EF4-FFF2-40B4-BE49-F238E27FC236}">
                <a16:creationId xmlns:a16="http://schemas.microsoft.com/office/drawing/2014/main" id="{1F7F8E6C-7AC1-4308-A2B7-2D679979EEEF}"/>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9FA4D0EE-9772-4BB8-B1D4-2BC588BCB106}"/>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02876FEB-B9B7-400D-8213-3CDCBB35A477}"/>
              </a:ext>
            </a:extLst>
          </p:cNvPr>
          <p:cNvSpPr>
            <a:spLocks xmlns:a="http://schemas.openxmlformats.org/drawingml/2006/main" noGrp="1"/>
          </p:cNvSpPr>
          <p:nvPr/>
        </p:nvSpPr>
        <p:spPr>
          <a:xfrm xmlns:a="http://schemas.openxmlformats.org/drawingml/2006/main">
            <a:off x="666750" y="1685925"/>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1. Sesión AWS</a:t>
            </a:r>
          </a:p>
        </p:txBody>
      </p:sp>
      <p:sp>
        <p:nvSpPr>
          <p:cNvPr id="5" name="">
            <a:extLst xmlns:a="http://schemas.openxmlformats.org/drawingml/2006/main">
              <a:ext uri="{FF2B5EF4-FFF2-40B4-BE49-F238E27FC236}">
                <a16:creationId xmlns:a16="http://schemas.microsoft.com/office/drawing/2014/main" id="{F0F8CBC9-38D9-4875-BB5E-7E5FA241E1D3}"/>
              </a:ext>
            </a:extLst>
          </p:cNvPr>
          <p:cNvSpPr>
            <a:spLocks xmlns:a="http://schemas.openxmlformats.org/drawingml/2006/main" noGrp="1"/>
          </p:cNvSpPr>
          <p:nvPr/>
        </p:nvSpPr>
        <p:spPr>
          <a:xfrm xmlns:a="http://schemas.openxmlformats.org/drawingml/2006/main">
            <a:off x="3190875" y="1666875"/>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Start Lab y renovación conjunta de tres credenciales temporales; comprobar cuenta, KMS, nodos y EBS CSI.</a:t>
            </a:r>
          </a:p>
        </p:txBody>
      </p:sp>
      <p:sp>
        <p:nvSpPr>
          <p:cNvPr id="6" name="">
            <a:extLst xmlns:a="http://schemas.openxmlformats.org/drawingml/2006/main">
              <a:ext uri="{FF2B5EF4-FFF2-40B4-BE49-F238E27FC236}">
                <a16:creationId xmlns:a16="http://schemas.microsoft.com/office/drawing/2014/main" id="{5545323B-856C-4857-A0B0-550080FE397A}"/>
              </a:ext>
            </a:extLst>
          </p:cNvPr>
          <p:cNvSpPr>
            <a:spLocks xmlns:a="http://schemas.openxmlformats.org/drawingml/2006/main" noGrp="1"/>
          </p:cNvSpPr>
          <p:nvPr/>
        </p:nvSpPr>
        <p:spPr>
          <a:xfrm xmlns:a="http://schemas.openxmlformats.org/drawingml/2006/main">
            <a:off x="666750" y="2428875"/>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7" name="">
            <a:extLst xmlns:a="http://schemas.openxmlformats.org/drawingml/2006/main">
              <a:ext uri="{FF2B5EF4-FFF2-40B4-BE49-F238E27FC236}">
                <a16:creationId xmlns:a16="http://schemas.microsoft.com/office/drawing/2014/main" id="{E9676753-AF20-4BD9-B520-3FB411246C9E}"/>
              </a:ext>
            </a:extLst>
          </p:cNvPr>
          <p:cNvSpPr>
            <a:spLocks xmlns:a="http://schemas.openxmlformats.org/drawingml/2006/main" noGrp="1"/>
          </p:cNvSpPr>
          <p:nvPr/>
        </p:nvSpPr>
        <p:spPr>
          <a:xfrm xmlns:a="http://schemas.openxmlformats.org/drawingml/2006/main">
            <a:off x="666750" y="2533650"/>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2. Vault</a:t>
            </a:r>
          </a:p>
        </p:txBody>
      </p:sp>
      <p:sp>
        <p:nvSpPr>
          <p:cNvPr id="8" name="">
            <a:extLst xmlns:a="http://schemas.openxmlformats.org/drawingml/2006/main">
              <a:ext uri="{FF2B5EF4-FFF2-40B4-BE49-F238E27FC236}">
                <a16:creationId xmlns:a16="http://schemas.microsoft.com/office/drawing/2014/main" id="{0D60FC73-0B6E-441B-B1AB-1142E79BBAA8}"/>
              </a:ext>
            </a:extLst>
          </p:cNvPr>
          <p:cNvSpPr>
            <a:spLocks xmlns:a="http://schemas.openxmlformats.org/drawingml/2006/main" noGrp="1"/>
          </p:cNvSpPr>
          <p:nvPr/>
        </p:nvSpPr>
        <p:spPr>
          <a:xfrm xmlns:a="http://schemas.openxmlformats.org/drawingml/2006/main">
            <a:off x="3190875" y="251460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Reanudar la EC2, aplicar Ansible por SSM y comprobar TLS, sello KMS y OIDC antes de leer secretos.</a:t>
            </a:r>
          </a:p>
        </p:txBody>
      </p:sp>
      <p:sp>
        <p:nvSpPr>
          <p:cNvPr id="9" name="">
            <a:extLst xmlns:a="http://schemas.openxmlformats.org/drawingml/2006/main">
              <a:ext uri="{FF2B5EF4-FFF2-40B4-BE49-F238E27FC236}">
                <a16:creationId xmlns:a16="http://schemas.microsoft.com/office/drawing/2014/main" id="{FF6553C3-367F-44C6-BC07-AA6A3288F8F2}"/>
              </a:ext>
            </a:extLst>
          </p:cNvPr>
          <p:cNvSpPr>
            <a:spLocks xmlns:a="http://schemas.openxmlformats.org/drawingml/2006/main" noGrp="1"/>
          </p:cNvSpPr>
          <p:nvPr/>
        </p:nvSpPr>
        <p:spPr>
          <a:xfrm xmlns:a="http://schemas.openxmlformats.org/drawingml/2006/main">
            <a:off x="666750" y="32766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0" name="">
            <a:extLst xmlns:a="http://schemas.openxmlformats.org/drawingml/2006/main">
              <a:ext uri="{FF2B5EF4-FFF2-40B4-BE49-F238E27FC236}">
                <a16:creationId xmlns:a16="http://schemas.microsoft.com/office/drawing/2014/main" id="{2D1C4795-436F-45C3-BAB6-74CA027C983C}"/>
              </a:ext>
            </a:extLst>
          </p:cNvPr>
          <p:cNvSpPr>
            <a:spLocks xmlns:a="http://schemas.openxmlformats.org/drawingml/2006/main" noGrp="1"/>
          </p:cNvSpPr>
          <p:nvPr/>
        </p:nvSpPr>
        <p:spPr>
          <a:xfrm xmlns:a="http://schemas.openxmlformats.org/drawingml/2006/main">
            <a:off x="666750" y="3381375"/>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3. Entrega</a:t>
            </a:r>
          </a:p>
        </p:txBody>
      </p:sp>
      <p:sp>
        <p:nvSpPr>
          <p:cNvPr id="11" name="">
            <a:extLst xmlns:a="http://schemas.openxmlformats.org/drawingml/2006/main">
              <a:ext uri="{FF2B5EF4-FFF2-40B4-BE49-F238E27FC236}">
                <a16:creationId xmlns:a16="http://schemas.microsoft.com/office/drawing/2014/main" id="{FEC033CB-3E43-429D-9523-0446F47A81A6}"/>
              </a:ext>
            </a:extLst>
          </p:cNvPr>
          <p:cNvSpPr>
            <a:spLocks xmlns:a="http://schemas.openxmlformats.org/drawingml/2006/main" noGrp="1"/>
          </p:cNvSpPr>
          <p:nvPr/>
        </p:nvSpPr>
        <p:spPr>
          <a:xfrm xmlns:a="http://schemas.openxmlformats.org/drawingml/2006/main">
            <a:off x="3190875" y="3362325"/>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Leer KV v2 con token breve, crear el Secret de Kubernetes, ejecutar migración y desplegar Helm.</a:t>
            </a:r>
          </a:p>
        </p:txBody>
      </p:sp>
      <p:sp>
        <p:nvSpPr>
          <p:cNvPr id="12" name="">
            <a:extLst xmlns:a="http://schemas.openxmlformats.org/drawingml/2006/main">
              <a:ext uri="{FF2B5EF4-FFF2-40B4-BE49-F238E27FC236}">
                <a16:creationId xmlns:a16="http://schemas.microsoft.com/office/drawing/2014/main" id="{2604B2C9-3945-4472-BCF2-ECFF4FA715F7}"/>
              </a:ext>
            </a:extLst>
          </p:cNvPr>
          <p:cNvSpPr>
            <a:spLocks xmlns:a="http://schemas.openxmlformats.org/drawingml/2006/main" noGrp="1"/>
          </p:cNvSpPr>
          <p:nvPr/>
        </p:nvSpPr>
        <p:spPr>
          <a:xfrm xmlns:a="http://schemas.openxmlformats.org/drawingml/2006/main">
            <a:off x="666750" y="4124325"/>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3" name="">
            <a:extLst xmlns:a="http://schemas.openxmlformats.org/drawingml/2006/main">
              <a:ext uri="{FF2B5EF4-FFF2-40B4-BE49-F238E27FC236}">
                <a16:creationId xmlns:a16="http://schemas.microsoft.com/office/drawing/2014/main" id="{5675A6D8-552B-4E16-BF1D-FA026BA10905}"/>
              </a:ext>
            </a:extLst>
          </p:cNvPr>
          <p:cNvSpPr>
            <a:spLocks xmlns:a="http://schemas.openxmlformats.org/drawingml/2006/main" noGrp="1"/>
          </p:cNvSpPr>
          <p:nvPr/>
        </p:nvSpPr>
        <p:spPr>
          <a:xfrm xmlns:a="http://schemas.openxmlformats.org/drawingml/2006/main">
            <a:off x="666750" y="4229100"/>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4. Prueba</a:t>
            </a:r>
          </a:p>
        </p:txBody>
      </p:sp>
      <p:sp>
        <p:nvSpPr>
          <p:cNvPr id="14" name="">
            <a:extLst xmlns:a="http://schemas.openxmlformats.org/drawingml/2006/main">
              <a:ext uri="{FF2B5EF4-FFF2-40B4-BE49-F238E27FC236}">
                <a16:creationId xmlns:a16="http://schemas.microsoft.com/office/drawing/2014/main" id="{C0523A78-9B90-4B95-969B-743A07D3181A}"/>
              </a:ext>
            </a:extLst>
          </p:cNvPr>
          <p:cNvSpPr>
            <a:spLocks xmlns:a="http://schemas.openxmlformats.org/drawingml/2006/main" noGrp="1"/>
          </p:cNvSpPr>
          <p:nvPr/>
        </p:nvSpPr>
        <p:spPr>
          <a:xfrm xmlns:a="http://schemas.openxmlformats.org/drawingml/2006/main">
            <a:off x="3190875" y="4210050"/>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Smoke de login, catálogo y checkout. Registrar SHA, intento, revisión, resultado de Helm y evidencia.</a:t>
            </a:r>
          </a:p>
        </p:txBody>
      </p:sp>
      <p:sp>
        <p:nvSpPr>
          <p:cNvPr id="15" name="">
            <a:extLst xmlns:a="http://schemas.openxmlformats.org/drawingml/2006/main">
              <a:ext uri="{FF2B5EF4-FFF2-40B4-BE49-F238E27FC236}">
                <a16:creationId xmlns:a16="http://schemas.microsoft.com/office/drawing/2014/main" id="{A4BE8C84-2F74-422D-B5F3-293AF2AAF5D4}"/>
              </a:ext>
            </a:extLst>
          </p:cNvPr>
          <p:cNvSpPr>
            <a:spLocks xmlns:a="http://schemas.openxmlformats.org/drawingml/2006/main" noGrp="1"/>
          </p:cNvSpPr>
          <p:nvPr/>
        </p:nvSpPr>
        <p:spPr>
          <a:xfrm xmlns:a="http://schemas.openxmlformats.org/drawingml/2006/main">
            <a:off x="666750" y="497205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6" name="">
            <a:extLst xmlns:a="http://schemas.openxmlformats.org/drawingml/2006/main">
              <a:ext uri="{FF2B5EF4-FFF2-40B4-BE49-F238E27FC236}">
                <a16:creationId xmlns:a16="http://schemas.microsoft.com/office/drawing/2014/main" id="{72998987-A8D7-42D0-A474-6C9313A94E74}"/>
              </a:ext>
            </a:extLst>
          </p:cNvPr>
          <p:cNvSpPr>
            <a:spLocks xmlns:a="http://schemas.openxmlformats.org/drawingml/2006/main" noGrp="1"/>
          </p:cNvSpPr>
          <p:nvPr/>
        </p:nvSpPr>
        <p:spPr>
          <a:xfrm xmlns:a="http://schemas.openxmlformats.org/drawingml/2006/main">
            <a:off x="666750" y="5076825"/>
            <a:ext cx="2381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5. Falla</a:t>
            </a:r>
          </a:p>
        </p:txBody>
      </p:sp>
      <p:sp>
        <p:nvSpPr>
          <p:cNvPr id="17" name="">
            <a:extLst xmlns:a="http://schemas.openxmlformats.org/drawingml/2006/main">
              <a:ext uri="{FF2B5EF4-FFF2-40B4-BE49-F238E27FC236}">
                <a16:creationId xmlns:a16="http://schemas.microsoft.com/office/drawing/2014/main" id="{B58CFA18-43E0-4885-924F-49C2935B0433}"/>
              </a:ext>
            </a:extLst>
          </p:cNvPr>
          <p:cNvSpPr>
            <a:spLocks xmlns:a="http://schemas.openxmlformats.org/drawingml/2006/main" noGrp="1"/>
          </p:cNvSpPr>
          <p:nvPr/>
        </p:nvSpPr>
        <p:spPr>
          <a:xfrm xmlns:a="http://schemas.openxmlformats.org/drawingml/2006/main">
            <a:off x="3190875" y="5057775"/>
            <a:ext cx="800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Detener el release; conservar la custodia PostgreSQL y seguir el procedimiento documentado de recuperación.</a:t>
            </a:r>
          </a:p>
        </p:txBody>
      </p:sp>
    </p:spTree>
    <p:extLst>
      <p:ext uri="{BB962C8B-B14F-4D97-AF65-F5344CB8AC3E}">
        <p14:creationId xmlns:p14="http://schemas.microsoft.com/office/powerpoint/2010/main" val="14403306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5365438-4A49-4C4A-AB32-21417E67D79B}"/>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Operación de secretos y evidencia</a:t>
            </a:r>
          </a:p>
        </p:txBody>
      </p:sp>
      <p:sp>
        <p:nvSpPr>
          <p:cNvPr id="2" name="">
            <a:extLst xmlns:a="http://schemas.openxmlformats.org/drawingml/2006/main">
              <a:ext uri="{FF2B5EF4-FFF2-40B4-BE49-F238E27FC236}">
                <a16:creationId xmlns:a16="http://schemas.microsoft.com/office/drawing/2014/main" id="{7999EB42-06E4-4F36-A3B2-8A593AD46401}"/>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A3AF4DBA-C9CC-403E-9938-11B0FD3ECBAF}"/>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1DCC8987-3845-4AC9-B7B3-C9BBFBA283A3}"/>
              </a:ext>
            </a:extLst>
          </p:cNvPr>
          <p:cNvSpPr>
            <a:spLocks xmlns:a="http://schemas.openxmlformats.org/drawingml/2006/main" noGrp="1"/>
          </p:cNvSpPr>
          <p:nvPr/>
        </p:nvSpPr>
        <p:spPr>
          <a:xfrm xmlns:a="http://schemas.openxmlformats.org/drawingml/2006/main">
            <a:off x="666750" y="16859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Rotación</a:t>
            </a:r>
          </a:p>
        </p:txBody>
      </p:sp>
      <p:sp>
        <p:nvSpPr>
          <p:cNvPr id="5" name="">
            <a:extLst xmlns:a="http://schemas.openxmlformats.org/drawingml/2006/main">
              <a:ext uri="{FF2B5EF4-FFF2-40B4-BE49-F238E27FC236}">
                <a16:creationId xmlns:a16="http://schemas.microsoft.com/office/drawing/2014/main" id="{91A8E640-CD72-479B-A8DE-9342EFB98CA2}"/>
              </a:ext>
            </a:extLst>
          </p:cNvPr>
          <p:cNvSpPr>
            <a:spLocks xmlns:a="http://schemas.openxmlformats.org/drawingml/2006/main" noGrp="1"/>
          </p:cNvSpPr>
          <p:nvPr/>
        </p:nvSpPr>
        <p:spPr>
          <a:xfrm xmlns:a="http://schemas.openxmlformats.org/drawingml/2006/main">
            <a:off x="3190875" y="16668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Actualizar KV v2 con control de versión, validar consumidores y desplegar una revisión sin cambiar el SHA de imágenes.</a:t>
            </a:r>
          </a:p>
        </p:txBody>
      </p:sp>
      <p:sp>
        <p:nvSpPr>
          <p:cNvPr id="6" name="">
            <a:extLst xmlns:a="http://schemas.openxmlformats.org/drawingml/2006/main">
              <a:ext uri="{FF2B5EF4-FFF2-40B4-BE49-F238E27FC236}">
                <a16:creationId xmlns:a16="http://schemas.microsoft.com/office/drawing/2014/main" id="{F016C81C-EFC4-4AB4-958A-AEFCBC0FF6D1}"/>
              </a:ext>
            </a:extLst>
          </p:cNvPr>
          <p:cNvSpPr>
            <a:spLocks xmlns:a="http://schemas.openxmlformats.org/drawingml/2006/main" noGrp="1"/>
          </p:cNvSpPr>
          <p:nvPr/>
        </p:nvSpPr>
        <p:spPr>
          <a:xfrm xmlns:a="http://schemas.openxmlformats.org/drawingml/2006/main">
            <a:off x="666750" y="26289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7" name="">
            <a:extLst xmlns:a="http://schemas.openxmlformats.org/drawingml/2006/main">
              <a:ext uri="{FF2B5EF4-FFF2-40B4-BE49-F238E27FC236}">
                <a16:creationId xmlns:a16="http://schemas.microsoft.com/office/drawing/2014/main" id="{BD20E88B-E22F-4105-AAF1-423850BE0CBA}"/>
              </a:ext>
            </a:extLst>
          </p:cNvPr>
          <p:cNvSpPr>
            <a:spLocks xmlns:a="http://schemas.openxmlformats.org/drawingml/2006/main" noGrp="1"/>
          </p:cNvSpPr>
          <p:nvPr/>
        </p:nvSpPr>
        <p:spPr>
          <a:xfrm xmlns:a="http://schemas.openxmlformats.org/drawingml/2006/main">
            <a:off x="666750" y="27336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Custodia</a:t>
            </a:r>
          </a:p>
        </p:txBody>
      </p:sp>
      <p:sp>
        <p:nvSpPr>
          <p:cNvPr id="8" name="">
            <a:extLst xmlns:a="http://schemas.openxmlformats.org/drawingml/2006/main">
              <a:ext uri="{FF2B5EF4-FFF2-40B4-BE49-F238E27FC236}">
                <a16:creationId xmlns:a16="http://schemas.microsoft.com/office/drawing/2014/main" id="{2E540F24-269A-4192-8699-A5C61759DB89}"/>
              </a:ext>
            </a:extLst>
          </p:cNvPr>
          <p:cNvSpPr>
            <a:spLocks xmlns:a="http://schemas.openxmlformats.org/drawingml/2006/main" noGrp="1"/>
          </p:cNvSpPr>
          <p:nvPr/>
        </p:nvSpPr>
        <p:spPr>
          <a:xfrm xmlns:a="http://schemas.openxmlformats.org/drawingml/2006/main">
            <a:off x="3190875" y="27146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Root token, participaciones PGP y clave privada permanecen fuera de GitHub Actions. Se conserva respaldo verificable.</a:t>
            </a:r>
          </a:p>
        </p:txBody>
      </p:sp>
      <p:sp>
        <p:nvSpPr>
          <p:cNvPr id="9" name="">
            <a:extLst xmlns:a="http://schemas.openxmlformats.org/drawingml/2006/main">
              <a:ext uri="{FF2B5EF4-FFF2-40B4-BE49-F238E27FC236}">
                <a16:creationId xmlns:a16="http://schemas.microsoft.com/office/drawing/2014/main" id="{5EEEC971-F422-4883-B861-23C4AF563483}"/>
              </a:ext>
            </a:extLst>
          </p:cNvPr>
          <p:cNvSpPr>
            <a:spLocks xmlns:a="http://schemas.openxmlformats.org/drawingml/2006/main" noGrp="1"/>
          </p:cNvSpPr>
          <p:nvPr/>
        </p:nvSpPr>
        <p:spPr>
          <a:xfrm xmlns:a="http://schemas.openxmlformats.org/drawingml/2006/main">
            <a:off x="666750" y="367665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0" name="">
            <a:extLst xmlns:a="http://schemas.openxmlformats.org/drawingml/2006/main">
              <a:ext uri="{FF2B5EF4-FFF2-40B4-BE49-F238E27FC236}">
                <a16:creationId xmlns:a16="http://schemas.microsoft.com/office/drawing/2014/main" id="{6CB753E4-8C1F-45C3-954B-6AD6C4771FE4}"/>
              </a:ext>
            </a:extLst>
          </p:cNvPr>
          <p:cNvSpPr>
            <a:spLocks xmlns:a="http://schemas.openxmlformats.org/drawingml/2006/main" noGrp="1"/>
          </p:cNvSpPr>
          <p:nvPr/>
        </p:nvSpPr>
        <p:spPr>
          <a:xfrm xmlns:a="http://schemas.openxmlformats.org/drawingml/2006/main">
            <a:off x="666750" y="37814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Monitoreo</a:t>
            </a:r>
          </a:p>
        </p:txBody>
      </p:sp>
      <p:sp>
        <p:nvSpPr>
          <p:cNvPr id="11" name="">
            <a:extLst xmlns:a="http://schemas.openxmlformats.org/drawingml/2006/main">
              <a:ext uri="{FF2B5EF4-FFF2-40B4-BE49-F238E27FC236}">
                <a16:creationId xmlns:a16="http://schemas.microsoft.com/office/drawing/2014/main" id="{221ED9A2-8D79-4B9B-B3FB-4578F2EFCD4E}"/>
              </a:ext>
            </a:extLst>
          </p:cNvPr>
          <p:cNvSpPr>
            <a:spLocks xmlns:a="http://schemas.openxmlformats.org/drawingml/2006/main" noGrp="1"/>
          </p:cNvSpPr>
          <p:nvPr/>
        </p:nvSpPr>
        <p:spPr>
          <a:xfrm xmlns:a="http://schemas.openxmlformats.org/drawingml/2006/main">
            <a:off x="3190875" y="37623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El panel distingue salud reciente, lectura antigua y falta de datos. Los reportes de Ansible se sanitan antes de guardar.</a:t>
            </a:r>
          </a:p>
        </p:txBody>
      </p:sp>
      <p:sp>
        <p:nvSpPr>
          <p:cNvPr id="12" name="">
            <a:extLst xmlns:a="http://schemas.openxmlformats.org/drawingml/2006/main">
              <a:ext uri="{FF2B5EF4-FFF2-40B4-BE49-F238E27FC236}">
                <a16:creationId xmlns:a16="http://schemas.microsoft.com/office/drawing/2014/main" id="{0F4AC97C-FF59-403D-AF44-DE22CAC0DE3B}"/>
              </a:ext>
            </a:extLst>
          </p:cNvPr>
          <p:cNvSpPr>
            <a:spLocks xmlns:a="http://schemas.openxmlformats.org/drawingml/2006/main" noGrp="1"/>
          </p:cNvSpPr>
          <p:nvPr/>
        </p:nvSpPr>
        <p:spPr>
          <a:xfrm xmlns:a="http://schemas.openxmlformats.org/drawingml/2006/main">
            <a:off x="666750" y="47244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3" name="">
            <a:extLst xmlns:a="http://schemas.openxmlformats.org/drawingml/2006/main">
              <a:ext uri="{FF2B5EF4-FFF2-40B4-BE49-F238E27FC236}">
                <a16:creationId xmlns:a16="http://schemas.microsoft.com/office/drawing/2014/main" id="{0BC15BFC-1CAC-45DA-BD25-E985728EE0B8}"/>
              </a:ext>
            </a:extLst>
          </p:cNvPr>
          <p:cNvSpPr>
            <a:spLocks xmlns:a="http://schemas.openxmlformats.org/drawingml/2006/main" noGrp="1"/>
          </p:cNvSpPr>
          <p:nvPr/>
        </p:nvSpPr>
        <p:spPr>
          <a:xfrm xmlns:a="http://schemas.openxmlformats.org/drawingml/2006/main">
            <a:off x="666750" y="48291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Auditoría</a:t>
            </a:r>
          </a:p>
        </p:txBody>
      </p:sp>
      <p:sp>
        <p:nvSpPr>
          <p:cNvPr id="14" name="">
            <a:extLst xmlns:a="http://schemas.openxmlformats.org/drawingml/2006/main">
              <a:ext uri="{FF2B5EF4-FFF2-40B4-BE49-F238E27FC236}">
                <a16:creationId xmlns:a16="http://schemas.microsoft.com/office/drawing/2014/main" id="{5381B6D3-BF17-47A5-A36B-39D0D5BC1ED5}"/>
              </a:ext>
            </a:extLst>
          </p:cNvPr>
          <p:cNvSpPr>
            <a:spLocks xmlns:a="http://schemas.openxmlformats.org/drawingml/2006/main" noGrp="1"/>
          </p:cNvSpPr>
          <p:nvPr/>
        </p:nvSpPr>
        <p:spPr>
          <a:xfrm xmlns:a="http://schemas.openxmlformats.org/drawingml/2006/main">
            <a:off x="3190875" y="48101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El portafolio separa pruebas locales, ejecución CI y evidencia remota de SSM, OIDC, EKS y smoke.</a:t>
            </a:r>
          </a:p>
        </p:txBody>
      </p:sp>
    </p:spTree>
    <p:extLst>
      <p:ext uri="{BB962C8B-B14F-4D97-AF65-F5344CB8AC3E}">
        <p14:creationId xmlns:p14="http://schemas.microsoft.com/office/powerpoint/2010/main" val="11214870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2680B90-80F5-4EBD-8ED1-A4D761CEDD60}"/>
              </a:ext>
            </a:extLst>
          </p:cNvPr>
          <p:cNvSpPr>
            <a:spLocks xmlns:a="http://schemas.openxmlformats.org/drawingml/2006/main" noGrp="1"/>
          </p:cNvSpPr>
          <p:nvPr/>
        </p:nvSpPr>
        <p:spPr>
          <a:xfrm xmlns:a="http://schemas.openxmlformats.org/drawingml/2006/main">
            <a:off x="666750" y="42862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10243A"/>
                </a:solidFill>
                <a:latin typeface="Arial"/>
                <a:ea typeface="Arial"/>
                <a:cs typeface="Arial"/>
              </a:defRPr>
            </a:defPPr>
            <a:lvl1pPr algn="l">
              <a:defRPr sz="2850" b="1">
                <a:solidFill>
                  <a:srgbClr val="10243A"/>
                </a:solidFill>
                <a:latin typeface="Arial"/>
                <a:ea typeface="Arial"/>
                <a:cs typeface="Arial"/>
              </a:defRPr>
            </a:lvl1pPr>
            <a:lvl2pPr algn="l">
              <a:defRPr sz="2850" b="1">
                <a:solidFill>
                  <a:srgbClr val="10243A"/>
                </a:solidFill>
                <a:latin typeface="Arial"/>
                <a:ea typeface="Arial"/>
                <a:cs typeface="Arial"/>
              </a:defRPr>
            </a:lvl2pPr>
            <a:lvl3pPr algn="l">
              <a:defRPr sz="2850" b="1">
                <a:solidFill>
                  <a:srgbClr val="10243A"/>
                </a:solidFill>
                <a:latin typeface="Arial"/>
                <a:ea typeface="Arial"/>
                <a:cs typeface="Arial"/>
              </a:defRPr>
            </a:lvl3pPr>
            <a:lvl4pPr algn="l">
              <a:defRPr sz="2850" b="1">
                <a:solidFill>
                  <a:srgbClr val="10243A"/>
                </a:solidFill>
                <a:latin typeface="Arial"/>
                <a:ea typeface="Arial"/>
                <a:cs typeface="Arial"/>
              </a:defRPr>
            </a:lvl4pPr>
            <a:lvl5pPr algn="l">
              <a:defRPr sz="2850" b="1">
                <a:solidFill>
                  <a:srgbClr val="10243A"/>
                </a:solidFill>
                <a:latin typeface="Arial"/>
                <a:ea typeface="Arial"/>
                <a:cs typeface="Arial"/>
              </a:defRPr>
            </a:lvl5pPr>
            <a:lvl6pPr algn="l">
              <a:defRPr sz="2850" b="1">
                <a:solidFill>
                  <a:srgbClr val="10243A"/>
                </a:solidFill>
                <a:latin typeface="Arial"/>
                <a:ea typeface="Arial"/>
                <a:cs typeface="Arial"/>
              </a:defRPr>
            </a:lvl6pPr>
            <a:lvl7pPr algn="l">
              <a:defRPr sz="2850" b="1">
                <a:solidFill>
                  <a:srgbClr val="10243A"/>
                </a:solidFill>
                <a:latin typeface="Arial"/>
                <a:ea typeface="Arial"/>
                <a:cs typeface="Arial"/>
              </a:defRPr>
            </a:lvl7pPr>
            <a:lvl8pPr algn="l">
              <a:defRPr sz="2850" b="1">
                <a:solidFill>
                  <a:srgbClr val="10243A"/>
                </a:solidFill>
                <a:latin typeface="Arial"/>
                <a:ea typeface="Arial"/>
                <a:cs typeface="Arial"/>
              </a:defRPr>
            </a:lvl8pPr>
            <a:lvl9pPr algn="l">
              <a:defRPr sz="2850" b="1">
                <a:solidFill>
                  <a:srgbClr val="10243A"/>
                </a:solidFill>
                <a:latin typeface="Arial"/>
                <a:ea typeface="Arial"/>
                <a:cs typeface="Arial"/>
              </a:defRPr>
            </a:lvl9pPr>
          </a:lstStyle>
          <a:p xmlns:a="http://schemas.openxmlformats.org/drawingml/2006/main">
            <a:pPr algn="l">
              <a:defRPr sz="2850" b="1">
                <a:solidFill>
                  <a:srgbClr val="10243A"/>
                </a:solidFill>
                <a:latin typeface="Arial"/>
                <a:ea typeface="Arial"/>
                <a:cs typeface="Arial"/>
              </a:defRPr>
            </a:pPr>
            <a:r>
              <a:rPr sz="2850" b="1">
                <a:solidFill>
                  <a:srgbClr val="10243A"/>
                </a:solidFill>
                <a:latin typeface="Arial"/>
                <a:ea typeface="Arial"/>
                <a:cs typeface="Arial"/>
              </a:rPr>
              <a:t>Documentación y estado verificable</a:t>
            </a:r>
          </a:p>
        </p:txBody>
      </p:sp>
      <p:sp>
        <p:nvSpPr>
          <p:cNvPr id="2" name="">
            <a:extLst xmlns:a="http://schemas.openxmlformats.org/drawingml/2006/main">
              <a:ext uri="{FF2B5EF4-FFF2-40B4-BE49-F238E27FC236}">
                <a16:creationId xmlns:a16="http://schemas.microsoft.com/office/drawing/2014/main" id="{94238BC6-CBB5-4C37-84E8-250727D685F4}"/>
              </a:ext>
            </a:extLst>
          </p:cNvPr>
          <p:cNvSpPr>
            <a:spLocks xmlns:a="http://schemas.openxmlformats.org/drawingml/2006/main" noGrp="1"/>
          </p:cNvSpPr>
          <p:nvPr/>
        </p:nvSpPr>
        <p:spPr>
          <a:xfrm xmlns:a="http://schemas.openxmlformats.org/drawingml/2006/main">
            <a:off x="666750" y="1200150"/>
            <a:ext cx="10858500" cy="0"/>
          </a:xfrm>
          <a:prstGeom xmlns:a="http://schemas.openxmlformats.org/drawingml/2006/main" prst="line">
            <a:avLst/>
          </a:prstGeom>
          <a:noFill xmlns:a="http://schemas.openxmlformats.org/drawingml/2006/main"/>
          <a:ln xmlns:a="http://schemas.openxmlformats.org/drawingml/2006/main" w="28575">
            <a:solidFill>
              <a:srgbClr val="145F91"/>
            </a:solidFill>
            <a:prstDash val="solid"/>
          </a:ln>
        </p:spPr>
      </p:sp>
      <p:sp>
        <p:nvSpPr>
          <p:cNvPr id="3" name="">
            <a:extLst xmlns:a="http://schemas.openxmlformats.org/drawingml/2006/main">
              <a:ext uri="{FF2B5EF4-FFF2-40B4-BE49-F238E27FC236}">
                <a16:creationId xmlns:a16="http://schemas.microsoft.com/office/drawing/2014/main" id="{F43FEAFF-A0CE-40BA-A5BB-379A99E0DD9E}"/>
              </a:ext>
            </a:extLst>
          </p:cNvPr>
          <p:cNvSpPr>
            <a:spLocks xmlns:a="http://schemas.openxmlformats.org/drawingml/2006/main" noGrp="1"/>
          </p:cNvSpPr>
          <p:nvPr/>
        </p:nvSpPr>
        <p:spPr>
          <a:xfrm xmlns:a="http://schemas.openxmlformats.org/drawingml/2006/main">
            <a:off x="11049000" y="6229350"/>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275" b="0">
                <a:solidFill>
                  <a:srgbClr val="4A6071"/>
                </a:solidFill>
                <a:latin typeface="Arial"/>
                <a:ea typeface="Arial"/>
                <a:cs typeface="Arial"/>
              </a:defRPr>
            </a:defPPr>
            <a:lvl1pPr algn="r">
              <a:defRPr sz="1275" b="0">
                <a:solidFill>
                  <a:srgbClr val="4A6071"/>
                </a:solidFill>
                <a:latin typeface="Arial"/>
                <a:ea typeface="Arial"/>
                <a:cs typeface="Arial"/>
              </a:defRPr>
            </a:lvl1pPr>
            <a:lvl2pPr algn="r">
              <a:defRPr sz="1275" b="0">
                <a:solidFill>
                  <a:srgbClr val="4A6071"/>
                </a:solidFill>
                <a:latin typeface="Arial"/>
                <a:ea typeface="Arial"/>
                <a:cs typeface="Arial"/>
              </a:defRPr>
            </a:lvl2pPr>
            <a:lvl3pPr algn="r">
              <a:defRPr sz="1275" b="0">
                <a:solidFill>
                  <a:srgbClr val="4A6071"/>
                </a:solidFill>
                <a:latin typeface="Arial"/>
                <a:ea typeface="Arial"/>
                <a:cs typeface="Arial"/>
              </a:defRPr>
            </a:lvl3pPr>
            <a:lvl4pPr algn="r">
              <a:defRPr sz="1275" b="0">
                <a:solidFill>
                  <a:srgbClr val="4A6071"/>
                </a:solidFill>
                <a:latin typeface="Arial"/>
                <a:ea typeface="Arial"/>
                <a:cs typeface="Arial"/>
              </a:defRPr>
            </a:lvl4pPr>
            <a:lvl5pPr algn="r">
              <a:defRPr sz="1275" b="0">
                <a:solidFill>
                  <a:srgbClr val="4A6071"/>
                </a:solidFill>
                <a:latin typeface="Arial"/>
                <a:ea typeface="Arial"/>
                <a:cs typeface="Arial"/>
              </a:defRPr>
            </a:lvl5pPr>
            <a:lvl6pPr algn="r">
              <a:defRPr sz="1275" b="0">
                <a:solidFill>
                  <a:srgbClr val="4A6071"/>
                </a:solidFill>
                <a:latin typeface="Arial"/>
                <a:ea typeface="Arial"/>
                <a:cs typeface="Arial"/>
              </a:defRPr>
            </a:lvl6pPr>
            <a:lvl7pPr algn="r">
              <a:defRPr sz="1275" b="0">
                <a:solidFill>
                  <a:srgbClr val="4A6071"/>
                </a:solidFill>
                <a:latin typeface="Arial"/>
                <a:ea typeface="Arial"/>
                <a:cs typeface="Arial"/>
              </a:defRPr>
            </a:lvl7pPr>
            <a:lvl8pPr algn="r">
              <a:defRPr sz="1275" b="0">
                <a:solidFill>
                  <a:srgbClr val="4A6071"/>
                </a:solidFill>
                <a:latin typeface="Arial"/>
                <a:ea typeface="Arial"/>
                <a:cs typeface="Arial"/>
              </a:defRPr>
            </a:lvl8pPr>
            <a:lvl9pPr algn="r">
              <a:defRPr sz="1275" b="0">
                <a:solidFill>
                  <a:srgbClr val="4A6071"/>
                </a:solidFill>
                <a:latin typeface="Arial"/>
                <a:ea typeface="Arial"/>
                <a:cs typeface="Arial"/>
              </a:defRPr>
            </a:lvl9pPr>
          </a:lstStyle>
          <a:p xmlns:a="http://schemas.openxmlformats.org/drawingml/2006/main">
            <a:pPr algn="r">
              <a:defRPr sz="1275" b="0">
                <a:solidFill>
                  <a:srgbClr val="4A6071"/>
                </a:solidFill>
                <a:latin typeface="Arial"/>
                <a:ea typeface="Arial"/>
                <a:cs typeface="Arial"/>
              </a:defRPr>
            </a:pPr>
            <a:r>
              <a:rPr sz="1275" b="0">
                <a:solidFill>
                  <a:srgbClr val="4A6071"/>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E92F5036-D390-49FB-AC29-68CB5149E7CF}"/>
              </a:ext>
            </a:extLst>
          </p:cNvPr>
          <p:cNvSpPr>
            <a:spLocks xmlns:a="http://schemas.openxmlformats.org/drawingml/2006/main" noGrp="1"/>
          </p:cNvSpPr>
          <p:nvPr/>
        </p:nvSpPr>
        <p:spPr>
          <a:xfrm xmlns:a="http://schemas.openxmlformats.org/drawingml/2006/main">
            <a:off x="666750" y="16859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Guías de proceso</a:t>
            </a:r>
          </a:p>
        </p:txBody>
      </p:sp>
      <p:sp>
        <p:nvSpPr>
          <p:cNvPr id="5" name="">
            <a:extLst xmlns:a="http://schemas.openxmlformats.org/drawingml/2006/main">
              <a:ext uri="{FF2B5EF4-FFF2-40B4-BE49-F238E27FC236}">
                <a16:creationId xmlns:a16="http://schemas.microsoft.com/office/drawing/2014/main" id="{597CD809-793C-4852-8125-76F13BA28826}"/>
              </a:ext>
            </a:extLst>
          </p:cNvPr>
          <p:cNvSpPr>
            <a:spLocks xmlns:a="http://schemas.openxmlformats.org/drawingml/2006/main" noGrp="1"/>
          </p:cNvSpPr>
          <p:nvPr/>
        </p:nvSpPr>
        <p:spPr>
          <a:xfrm xmlns:a="http://schemas.openxmlformats.org/drawingml/2006/main">
            <a:off x="3190875" y="16668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vault-lab.md, aws-automatic-deployment.md y admin-operations.md describen preparación, entrega y operación.</a:t>
            </a:r>
          </a:p>
        </p:txBody>
      </p:sp>
      <p:sp>
        <p:nvSpPr>
          <p:cNvPr id="6" name="">
            <a:extLst xmlns:a="http://schemas.openxmlformats.org/drawingml/2006/main">
              <a:ext uri="{FF2B5EF4-FFF2-40B4-BE49-F238E27FC236}">
                <a16:creationId xmlns:a16="http://schemas.microsoft.com/office/drawing/2014/main" id="{FD66FBC4-6693-4F04-A68B-0F9F21988C8C}"/>
              </a:ext>
            </a:extLst>
          </p:cNvPr>
          <p:cNvSpPr>
            <a:spLocks xmlns:a="http://schemas.openxmlformats.org/drawingml/2006/main" noGrp="1"/>
          </p:cNvSpPr>
          <p:nvPr/>
        </p:nvSpPr>
        <p:spPr>
          <a:xfrm xmlns:a="http://schemas.openxmlformats.org/drawingml/2006/main">
            <a:off x="666750" y="26289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7" name="">
            <a:extLst xmlns:a="http://schemas.openxmlformats.org/drawingml/2006/main">
              <a:ext uri="{FF2B5EF4-FFF2-40B4-BE49-F238E27FC236}">
                <a16:creationId xmlns:a16="http://schemas.microsoft.com/office/drawing/2014/main" id="{57093384-4636-415C-8500-9CDE37CEE6D1}"/>
              </a:ext>
            </a:extLst>
          </p:cNvPr>
          <p:cNvSpPr>
            <a:spLocks xmlns:a="http://schemas.openxmlformats.org/drawingml/2006/main" noGrp="1"/>
          </p:cNvSpPr>
          <p:nvPr/>
        </p:nvSpPr>
        <p:spPr>
          <a:xfrm xmlns:a="http://schemas.openxmlformats.org/drawingml/2006/main">
            <a:off x="666750" y="27336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Aplicación</a:t>
            </a:r>
          </a:p>
        </p:txBody>
      </p:sp>
      <p:sp>
        <p:nvSpPr>
          <p:cNvPr id="8" name="">
            <a:extLst xmlns:a="http://schemas.openxmlformats.org/drawingml/2006/main">
              <a:ext uri="{FF2B5EF4-FFF2-40B4-BE49-F238E27FC236}">
                <a16:creationId xmlns:a16="http://schemas.microsoft.com/office/drawing/2014/main" id="{BB60E866-6C91-4555-840C-E17B55006B8B}"/>
              </a:ext>
            </a:extLst>
          </p:cNvPr>
          <p:cNvSpPr>
            <a:spLocks xmlns:a="http://schemas.openxmlformats.org/drawingml/2006/main" noGrp="1"/>
          </p:cNvSpPr>
          <p:nvPr/>
        </p:nvSpPr>
        <p:spPr>
          <a:xfrm xmlns:a="http://schemas.openxmlformats.org/drawingml/2006/main">
            <a:off x="3190875" y="27146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postgres-integration.md y demo-management.md explican datos, sesión, checkout y acciones del panel.</a:t>
            </a:r>
          </a:p>
        </p:txBody>
      </p:sp>
      <p:sp>
        <p:nvSpPr>
          <p:cNvPr id="9" name="">
            <a:extLst xmlns:a="http://schemas.openxmlformats.org/drawingml/2006/main">
              <a:ext uri="{FF2B5EF4-FFF2-40B4-BE49-F238E27FC236}">
                <a16:creationId xmlns:a16="http://schemas.microsoft.com/office/drawing/2014/main" id="{1C17A551-3613-410F-82E8-A68E037B5C1F}"/>
              </a:ext>
            </a:extLst>
          </p:cNvPr>
          <p:cNvSpPr>
            <a:spLocks xmlns:a="http://schemas.openxmlformats.org/drawingml/2006/main" noGrp="1"/>
          </p:cNvSpPr>
          <p:nvPr/>
        </p:nvSpPr>
        <p:spPr>
          <a:xfrm xmlns:a="http://schemas.openxmlformats.org/drawingml/2006/main">
            <a:off x="666750" y="367665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0" name="">
            <a:extLst xmlns:a="http://schemas.openxmlformats.org/drawingml/2006/main">
              <a:ext uri="{FF2B5EF4-FFF2-40B4-BE49-F238E27FC236}">
                <a16:creationId xmlns:a16="http://schemas.microsoft.com/office/drawing/2014/main" id="{0ED46CCF-FA22-4A6F-9D7D-606CA83186A4}"/>
              </a:ext>
            </a:extLst>
          </p:cNvPr>
          <p:cNvSpPr>
            <a:spLocks xmlns:a="http://schemas.openxmlformats.org/drawingml/2006/main" noGrp="1"/>
          </p:cNvSpPr>
          <p:nvPr/>
        </p:nvSpPr>
        <p:spPr>
          <a:xfrm xmlns:a="http://schemas.openxmlformats.org/drawingml/2006/main">
            <a:off x="666750" y="37814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Evidencia</a:t>
            </a:r>
          </a:p>
        </p:txBody>
      </p:sp>
      <p:sp>
        <p:nvSpPr>
          <p:cNvPr id="11" name="">
            <a:extLst xmlns:a="http://schemas.openxmlformats.org/drawingml/2006/main">
              <a:ext uri="{FF2B5EF4-FFF2-40B4-BE49-F238E27FC236}">
                <a16:creationId xmlns:a16="http://schemas.microsoft.com/office/drawing/2014/main" id="{FBEE82DA-3CE2-46E3-9764-A0DA22281AE7}"/>
              </a:ext>
            </a:extLst>
          </p:cNvPr>
          <p:cNvSpPr>
            <a:spLocks xmlns:a="http://schemas.openxmlformats.org/drawingml/2006/main" noGrp="1"/>
          </p:cNvSpPr>
          <p:nvPr/>
        </p:nvSpPr>
        <p:spPr>
          <a:xfrm xmlns:a="http://schemas.openxmlformats.org/drawingml/2006/main">
            <a:off x="3190875" y="376237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vault-evidence.md, workflow-review-2026-10-22.md y recovery-2026-10-20.md separan hallazgos y pruebas.</a:t>
            </a:r>
          </a:p>
        </p:txBody>
      </p:sp>
      <p:sp>
        <p:nvSpPr>
          <p:cNvPr id="12" name="">
            <a:extLst xmlns:a="http://schemas.openxmlformats.org/drawingml/2006/main">
              <a:ext uri="{FF2B5EF4-FFF2-40B4-BE49-F238E27FC236}">
                <a16:creationId xmlns:a16="http://schemas.microsoft.com/office/drawing/2014/main" id="{7C49F93C-FA64-4C13-A28C-B759E4B1F244}"/>
              </a:ext>
            </a:extLst>
          </p:cNvPr>
          <p:cNvSpPr>
            <a:spLocks xmlns:a="http://schemas.openxmlformats.org/drawingml/2006/main" noGrp="1"/>
          </p:cNvSpPr>
          <p:nvPr/>
        </p:nvSpPr>
        <p:spPr>
          <a:xfrm xmlns:a="http://schemas.openxmlformats.org/drawingml/2006/main">
            <a:off x="666750" y="4724400"/>
            <a:ext cx="10715625" cy="0"/>
          </a:xfrm>
          <a:prstGeom xmlns:a="http://schemas.openxmlformats.org/drawingml/2006/main" prst="line">
            <a:avLst/>
          </a:prstGeom>
          <a:noFill xmlns:a="http://schemas.openxmlformats.org/drawingml/2006/main"/>
          <a:ln xmlns:a="http://schemas.openxmlformats.org/drawingml/2006/main" w="12383">
            <a:solidFill>
              <a:srgbClr val="B7CFDB"/>
            </a:solidFill>
            <a:prstDash val="solid"/>
          </a:ln>
        </p:spPr>
      </p:sp>
      <p:sp>
        <p:nvSpPr>
          <p:cNvPr id="13" name="">
            <a:extLst xmlns:a="http://schemas.openxmlformats.org/drawingml/2006/main">
              <a:ext uri="{FF2B5EF4-FFF2-40B4-BE49-F238E27FC236}">
                <a16:creationId xmlns:a16="http://schemas.microsoft.com/office/drawing/2014/main" id="{2FB58EE5-4CD1-4B25-9255-8F75349A23DA}"/>
              </a:ext>
            </a:extLst>
          </p:cNvPr>
          <p:cNvSpPr>
            <a:spLocks xmlns:a="http://schemas.openxmlformats.org/drawingml/2006/main" noGrp="1"/>
          </p:cNvSpPr>
          <p:nvPr/>
        </p:nvSpPr>
        <p:spPr>
          <a:xfrm xmlns:a="http://schemas.openxmlformats.org/drawingml/2006/main">
            <a:off x="666750" y="48291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145F91"/>
                </a:solidFill>
                <a:latin typeface="Arial"/>
                <a:ea typeface="Arial"/>
                <a:cs typeface="Arial"/>
              </a:defRPr>
            </a:defPPr>
            <a:lvl1pPr algn="l">
              <a:defRPr sz="1650" b="1">
                <a:solidFill>
                  <a:srgbClr val="145F91"/>
                </a:solidFill>
                <a:latin typeface="Arial"/>
                <a:ea typeface="Arial"/>
                <a:cs typeface="Arial"/>
              </a:defRPr>
            </a:lvl1pPr>
            <a:lvl2pPr algn="l">
              <a:defRPr sz="1650" b="1">
                <a:solidFill>
                  <a:srgbClr val="145F91"/>
                </a:solidFill>
                <a:latin typeface="Arial"/>
                <a:ea typeface="Arial"/>
                <a:cs typeface="Arial"/>
              </a:defRPr>
            </a:lvl2pPr>
            <a:lvl3pPr algn="l">
              <a:defRPr sz="1650" b="1">
                <a:solidFill>
                  <a:srgbClr val="145F91"/>
                </a:solidFill>
                <a:latin typeface="Arial"/>
                <a:ea typeface="Arial"/>
                <a:cs typeface="Arial"/>
              </a:defRPr>
            </a:lvl3pPr>
            <a:lvl4pPr algn="l">
              <a:defRPr sz="1650" b="1">
                <a:solidFill>
                  <a:srgbClr val="145F91"/>
                </a:solidFill>
                <a:latin typeface="Arial"/>
                <a:ea typeface="Arial"/>
                <a:cs typeface="Arial"/>
              </a:defRPr>
            </a:lvl4pPr>
            <a:lvl5pPr algn="l">
              <a:defRPr sz="1650" b="1">
                <a:solidFill>
                  <a:srgbClr val="145F91"/>
                </a:solidFill>
                <a:latin typeface="Arial"/>
                <a:ea typeface="Arial"/>
                <a:cs typeface="Arial"/>
              </a:defRPr>
            </a:lvl5pPr>
            <a:lvl6pPr algn="l">
              <a:defRPr sz="1650" b="1">
                <a:solidFill>
                  <a:srgbClr val="145F91"/>
                </a:solidFill>
                <a:latin typeface="Arial"/>
                <a:ea typeface="Arial"/>
                <a:cs typeface="Arial"/>
              </a:defRPr>
            </a:lvl6pPr>
            <a:lvl7pPr algn="l">
              <a:defRPr sz="1650" b="1">
                <a:solidFill>
                  <a:srgbClr val="145F91"/>
                </a:solidFill>
                <a:latin typeface="Arial"/>
                <a:ea typeface="Arial"/>
                <a:cs typeface="Arial"/>
              </a:defRPr>
            </a:lvl7pPr>
            <a:lvl8pPr algn="l">
              <a:defRPr sz="1650" b="1">
                <a:solidFill>
                  <a:srgbClr val="145F91"/>
                </a:solidFill>
                <a:latin typeface="Arial"/>
                <a:ea typeface="Arial"/>
                <a:cs typeface="Arial"/>
              </a:defRPr>
            </a:lvl8pPr>
            <a:lvl9pPr algn="l">
              <a:defRPr sz="1650" b="1">
                <a:solidFill>
                  <a:srgbClr val="145F91"/>
                </a:solidFill>
                <a:latin typeface="Arial"/>
                <a:ea typeface="Arial"/>
                <a:cs typeface="Arial"/>
              </a:defRPr>
            </a:lvl9pPr>
          </a:lstStyle>
          <a:p xmlns:a="http://schemas.openxmlformats.org/drawingml/2006/main">
            <a:pPr algn="l">
              <a:defRPr sz="1650" b="1">
                <a:solidFill>
                  <a:srgbClr val="145F91"/>
                </a:solidFill>
                <a:latin typeface="Arial"/>
                <a:ea typeface="Arial"/>
                <a:cs typeface="Arial"/>
              </a:defRPr>
            </a:pPr>
            <a:r>
              <a:rPr sz="1650" b="1">
                <a:solidFill>
                  <a:srgbClr val="145F91"/>
                </a:solidFill>
                <a:latin typeface="Arial"/>
                <a:ea typeface="Arial"/>
                <a:cs typeface="Arial"/>
              </a:rPr>
              <a:t>Pendiente remoto</a:t>
            </a:r>
          </a:p>
        </p:txBody>
      </p:sp>
      <p:sp>
        <p:nvSpPr>
          <p:cNvPr id="14" name="">
            <a:extLst xmlns:a="http://schemas.openxmlformats.org/drawingml/2006/main">
              <a:ext uri="{FF2B5EF4-FFF2-40B4-BE49-F238E27FC236}">
                <a16:creationId xmlns:a16="http://schemas.microsoft.com/office/drawing/2014/main" id="{2CB96265-239C-4885-BBE5-93369C94BC7C}"/>
              </a:ext>
            </a:extLst>
          </p:cNvPr>
          <p:cNvSpPr>
            <a:spLocks xmlns:a="http://schemas.openxmlformats.org/drawingml/2006/main" noGrp="1"/>
          </p:cNvSpPr>
          <p:nvPr/>
        </p:nvSpPr>
        <p:spPr>
          <a:xfrm xmlns:a="http://schemas.openxmlformats.org/drawingml/2006/main">
            <a:off x="3190875" y="4810125"/>
            <a:ext cx="800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63" b="0">
                <a:solidFill>
                  <a:srgbClr val="10243A"/>
                </a:solidFill>
                <a:latin typeface="Arial"/>
                <a:ea typeface="Arial"/>
                <a:cs typeface="Arial"/>
              </a:defRPr>
            </a:defPPr>
            <a:lvl1pPr algn="l">
              <a:defRPr sz="1463" b="0">
                <a:solidFill>
                  <a:srgbClr val="10243A"/>
                </a:solidFill>
                <a:latin typeface="Arial"/>
                <a:ea typeface="Arial"/>
                <a:cs typeface="Arial"/>
              </a:defRPr>
            </a:lvl1pPr>
            <a:lvl2pPr algn="l">
              <a:defRPr sz="1463" b="0">
                <a:solidFill>
                  <a:srgbClr val="10243A"/>
                </a:solidFill>
                <a:latin typeface="Arial"/>
                <a:ea typeface="Arial"/>
                <a:cs typeface="Arial"/>
              </a:defRPr>
            </a:lvl2pPr>
            <a:lvl3pPr algn="l">
              <a:defRPr sz="1463" b="0">
                <a:solidFill>
                  <a:srgbClr val="10243A"/>
                </a:solidFill>
                <a:latin typeface="Arial"/>
                <a:ea typeface="Arial"/>
                <a:cs typeface="Arial"/>
              </a:defRPr>
            </a:lvl3pPr>
            <a:lvl4pPr algn="l">
              <a:defRPr sz="1463" b="0">
                <a:solidFill>
                  <a:srgbClr val="10243A"/>
                </a:solidFill>
                <a:latin typeface="Arial"/>
                <a:ea typeface="Arial"/>
                <a:cs typeface="Arial"/>
              </a:defRPr>
            </a:lvl4pPr>
            <a:lvl5pPr algn="l">
              <a:defRPr sz="1463" b="0">
                <a:solidFill>
                  <a:srgbClr val="10243A"/>
                </a:solidFill>
                <a:latin typeface="Arial"/>
                <a:ea typeface="Arial"/>
                <a:cs typeface="Arial"/>
              </a:defRPr>
            </a:lvl5pPr>
            <a:lvl6pPr algn="l">
              <a:defRPr sz="1463" b="0">
                <a:solidFill>
                  <a:srgbClr val="10243A"/>
                </a:solidFill>
                <a:latin typeface="Arial"/>
                <a:ea typeface="Arial"/>
                <a:cs typeface="Arial"/>
              </a:defRPr>
            </a:lvl6pPr>
            <a:lvl7pPr algn="l">
              <a:defRPr sz="1463" b="0">
                <a:solidFill>
                  <a:srgbClr val="10243A"/>
                </a:solidFill>
                <a:latin typeface="Arial"/>
                <a:ea typeface="Arial"/>
                <a:cs typeface="Arial"/>
              </a:defRPr>
            </a:lvl7pPr>
            <a:lvl8pPr algn="l">
              <a:defRPr sz="1463" b="0">
                <a:solidFill>
                  <a:srgbClr val="10243A"/>
                </a:solidFill>
                <a:latin typeface="Arial"/>
                <a:ea typeface="Arial"/>
                <a:cs typeface="Arial"/>
              </a:defRPr>
            </a:lvl8pPr>
            <a:lvl9pPr algn="l">
              <a:defRPr sz="1463" b="0">
                <a:solidFill>
                  <a:srgbClr val="10243A"/>
                </a:solidFill>
                <a:latin typeface="Arial"/>
                <a:ea typeface="Arial"/>
                <a:cs typeface="Arial"/>
              </a:defRPr>
            </a:lvl9pPr>
          </a:lstStyle>
          <a:p xmlns:a="http://schemas.openxmlformats.org/drawingml/2006/main">
            <a:pPr algn="l">
              <a:defRPr sz="1463" b="0">
                <a:solidFill>
                  <a:srgbClr val="10243A"/>
                </a:solidFill>
                <a:latin typeface="Arial"/>
                <a:ea typeface="Arial"/>
                <a:cs typeface="Arial"/>
              </a:defRPr>
            </a:pPr>
            <a:r>
              <a:rPr sz="1463" b="0">
                <a:solidFill>
                  <a:srgbClr val="10243A"/>
                </a:solidFill>
                <a:latin typeface="Arial"/>
                <a:ea typeface="Arial"/>
                <a:cs typeface="Arial"/>
              </a:rPr>
              <a:t>La suite local y CI no acreditan por sí solas recuperación EKS/PostgreSQL, login OIDC o smoke real del Lab.</a:t>
            </a:r>
          </a:p>
        </p:txBody>
      </p:sp>
    </p:spTree>
    <p:extLst>
      <p:ext uri="{BB962C8B-B14F-4D97-AF65-F5344CB8AC3E}">
        <p14:creationId xmlns:p14="http://schemas.microsoft.com/office/powerpoint/2010/main" val="7760628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2026-10-23T21:28:18.3260000Z</dcterms:created>
  <dcterms:modified xsi:type="dcterms:W3CDTF">2026-10-23T21:28:18.3270000Z</dcterms:modified>
</coreProperties>
</file>